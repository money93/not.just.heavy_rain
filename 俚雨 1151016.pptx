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6"/>
  </p:notesMasterIdLst>
  <p:sldIdLst>
    <p:sldId id="270" r:id="rId2"/>
    <p:sldId id="258" r:id="rId3"/>
    <p:sldId id="273" r:id="rId4"/>
    <p:sldId id="277" r:id="rId5"/>
    <p:sldId id="281" r:id="rId6"/>
    <p:sldId id="264" r:id="rId7"/>
    <p:sldId id="275" r:id="rId8"/>
    <p:sldId id="276" r:id="rId9"/>
    <p:sldId id="261" r:id="rId10"/>
    <p:sldId id="279" r:id="rId11"/>
    <p:sldId id="280" r:id="rId12"/>
    <p:sldId id="274" r:id="rId13"/>
    <p:sldId id="269" r:id="rId14"/>
    <p:sldId id="278" r:id="rId15"/>
  </p:sldIdLst>
  <p:sldSz cx="18288000" cy="10287000"/>
  <p:notesSz cx="6858000" cy="9144000"/>
  <p:embeddedFontLst>
    <p:embeddedFont>
      <p:font typeface="微軟正黑體" panose="020B0604030504040204" pitchFamily="34" charset="-120"/>
      <p:regular r:id="rId17"/>
      <p:bold r:id="rId18"/>
    </p:embeddedFont>
    <p:embeddedFont>
      <p:font typeface="Agrandir Grand Heavy" panose="02020500000000000000" charset="0"/>
      <p:regular r:id="rId19"/>
    </p:embeddedFont>
    <p:embeddedFont>
      <p:font typeface="jf open 粉圓 2.1" panose="020B0500000000000000" pitchFamily="34" charset="-120"/>
      <p:regular r:id="rId20"/>
    </p:embeddedFont>
    <p:embeddedFont>
      <p:font typeface="Noto Sans TC" panose="020B0200000000000000" pitchFamily="34" charset="-120"/>
      <p:regular r:id="rId21"/>
      <p:bold r:id="rId22"/>
    </p:embeddedFont>
    <p:embeddedFont>
      <p:font typeface="Noto Sans TC Black" panose="020B0200000000000000" pitchFamily="34" charset="-120"/>
      <p:bold r:id="rId23"/>
    </p:embeddedFont>
    <p:embeddedFont>
      <p:font typeface="Noto Sans TC SemiBold" panose="020B0200000000000000" pitchFamily="34" charset="-120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48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76568" autoAdjust="0"/>
  </p:normalViewPr>
  <p:slideViewPr>
    <p:cSldViewPr>
      <p:cViewPr varScale="1">
        <p:scale>
          <a:sx n="48" d="100"/>
          <a:sy n="48" d="100"/>
        </p:scale>
        <p:origin x="42" y="15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EFD1D2-B08B-448F-B0FF-71B618E3E55A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E261A3-4BD7-45D8-8CF5-C35C8E6BEED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5552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世界各地，如何形容一場大雨？</a:t>
            </a:r>
          </a:p>
          <a:p>
            <a:r>
              <a:rPr lang="zh-TW" altLang="en-US" dirty="0"/>
              <a:t>英國說下貓下狗，波蘭說下青蛙，巴西則用蛇與蜥蜴形容</a:t>
            </a:r>
          </a:p>
          <a:p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不同國家都有誇張又生動的說法。</a:t>
            </a:r>
            <a:endParaRPr lang="en-US" altLang="zh-TW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但對暴雨的感受，不只有趣味。</a:t>
            </a:r>
          </a:p>
          <a:p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這些幽默的說法背後，描述的其實都是同一種猛烈的天氣現象。</a:t>
            </a:r>
            <a:endParaRPr lang="en-US" altLang="zh-TW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zh-TW" altLang="en-US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當我們把目光轉向現實</a:t>
            </a:r>
            <a:r>
              <a:rPr lang="en-US" altLang="zh-TW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……</a:t>
            </a:r>
          </a:p>
          <a:p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世界各地真實的暴雨與淹水，讓我們看見雨的另一面。</a:t>
            </a:r>
          </a:p>
          <a:p>
            <a:endParaRPr lang="en-US" altLang="zh-TW" b="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我們希望讓想像中的雨，被重新感受。</a:t>
            </a:r>
          </a:p>
          <a:p>
            <a:r>
              <a:rPr lang="zh-TW" altLang="en-US" b="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以雨傘作為媒介，將語言中的暴雨轉化成能親身參與的互動體驗。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E261A3-4BD7-45D8-8CF5-C35C8E6BEED5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53244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E261A3-4BD7-45D8-8CF5-C35C8E6BEED5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1847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12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3.png"/><Relationship Id="rId5" Type="http://schemas.openxmlformats.org/officeDocument/2006/relationships/image" Target="../media/image5.png"/><Relationship Id="rId10" Type="http://schemas.openxmlformats.org/officeDocument/2006/relationships/image" Target="../media/image12.png"/><Relationship Id="rId4" Type="http://schemas.openxmlformats.org/officeDocument/2006/relationships/image" Target="../media/image4.png"/><Relationship Id="rId9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18762FE-3397-673C-E84F-2F2D3E82DC7F}"/>
              </a:ext>
            </a:extLst>
          </p:cNvPr>
          <p:cNvSpPr>
            <a:spLocks/>
          </p:cNvSpPr>
          <p:nvPr/>
        </p:nvSpPr>
        <p:spPr>
          <a:xfrm>
            <a:off x="0" y="9207502"/>
            <a:ext cx="18288000" cy="19050"/>
          </a:xfrm>
          <a:custGeom>
            <a:avLst/>
            <a:gdLst/>
            <a:ahLst/>
            <a:cxnLst/>
            <a:rect l="l" t="t" r="r" b="b"/>
            <a:pathLst>
              <a:path w="18288000" h="19050">
                <a:moveTo>
                  <a:pt x="1028700" y="0"/>
                </a:moveTo>
                <a:lnTo>
                  <a:pt x="0" y="0"/>
                </a:lnTo>
                <a:lnTo>
                  <a:pt x="0" y="19050"/>
                </a:lnTo>
                <a:lnTo>
                  <a:pt x="1028700" y="19050"/>
                </a:lnTo>
                <a:lnTo>
                  <a:pt x="1028700" y="0"/>
                </a:lnTo>
                <a:close/>
              </a:path>
              <a:path w="18288000" h="19050">
                <a:moveTo>
                  <a:pt x="18288000" y="0"/>
                </a:moveTo>
                <a:lnTo>
                  <a:pt x="13059702" y="0"/>
                </a:lnTo>
                <a:lnTo>
                  <a:pt x="13059702" y="19050"/>
                </a:lnTo>
                <a:lnTo>
                  <a:pt x="18288000" y="19050"/>
                </a:lnTo>
                <a:lnTo>
                  <a:pt x="18288000" y="0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>
              <a:solidFill>
                <a:srgbClr val="E9480D"/>
              </a:solidFill>
            </a:endParaRPr>
          </a:p>
        </p:txBody>
      </p:sp>
      <p:sp>
        <p:nvSpPr>
          <p:cNvPr id="3" name="object 5">
            <a:extLst>
              <a:ext uri="{FF2B5EF4-FFF2-40B4-BE49-F238E27FC236}">
                <a16:creationId xmlns:a16="http://schemas.microsoft.com/office/drawing/2014/main" id="{BF0CCC33-6331-2371-6C03-81D4DCAF8F87}"/>
              </a:ext>
            </a:extLst>
          </p:cNvPr>
          <p:cNvSpPr txBox="1"/>
          <p:nvPr/>
        </p:nvSpPr>
        <p:spPr>
          <a:xfrm>
            <a:off x="1451230" y="1943100"/>
            <a:ext cx="7464170" cy="2321148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tabLst>
                <a:tab pos="0" algn="l"/>
              </a:tabLst>
              <a:defRPr sz="6000" b="0">
                <a:solidFill>
                  <a:srgbClr val="E9480D"/>
                </a:solidFill>
                <a:latin typeface="Noto Sans TC SemiBold" panose="020B0200000000000000" pitchFamily="34" charset="-120"/>
                <a:ea typeface="Noto Sans TC SemiBold" panose="020B0200000000000000" pitchFamily="34" charset="-120"/>
                <a:cs typeface="+mj-cs"/>
              </a:defRPr>
            </a:lvl1pPr>
          </a:lstStyle>
          <a:p>
            <a:r>
              <a:rPr sz="15000" dirty="0">
                <a:solidFill>
                  <a:schemeClr val="tx1"/>
                </a:solidFill>
                <a:latin typeface="Noto Sans TC Black" panose="020B0200000000000000" pitchFamily="34" charset="-120"/>
                <a:ea typeface="Noto Sans TC Black" panose="020B0200000000000000" pitchFamily="34" charset="-120"/>
              </a:rPr>
              <a:t>俚雨</a:t>
            </a:r>
          </a:p>
        </p:txBody>
      </p:sp>
      <p:sp>
        <p:nvSpPr>
          <p:cNvPr id="4" name="object 6" descr="$PPTXTitle">
            <a:extLst>
              <a:ext uri="{FF2B5EF4-FFF2-40B4-BE49-F238E27FC236}">
                <a16:creationId xmlns:a16="http://schemas.microsoft.com/office/drawing/2014/main" id="{ADDF0672-E036-48F6-5D2A-E8B2C17FEB02}"/>
              </a:ext>
            </a:extLst>
          </p:cNvPr>
          <p:cNvSpPr txBox="1">
            <a:spLocks/>
          </p:cNvSpPr>
          <p:nvPr/>
        </p:nvSpPr>
        <p:spPr>
          <a:xfrm>
            <a:off x="1776619" y="4803791"/>
            <a:ext cx="612140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</a:pPr>
            <a:r>
              <a:rPr lang="zh-TW" altLang="en-US" sz="4000" dirty="0">
                <a:solidFill>
                  <a:srgbClr val="E9480D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PMingLiU"/>
              </a:rPr>
              <a:t>同一場雨，世界會怎麼說？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006E33B-82FF-B9D7-D523-E6504AE2065F}"/>
              </a:ext>
            </a:extLst>
          </p:cNvPr>
          <p:cNvSpPr txBox="1"/>
          <p:nvPr/>
        </p:nvSpPr>
        <p:spPr>
          <a:xfrm>
            <a:off x="1600200" y="9032361"/>
            <a:ext cx="11277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1121834 </a:t>
            </a:r>
            <a:r>
              <a:rPr lang="zh-TW" altLang="en-US" sz="20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徐曼玲　</a:t>
            </a:r>
            <a:r>
              <a:rPr lang="en-US" altLang="zh-TW" sz="20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1121819 </a:t>
            </a:r>
            <a:r>
              <a:rPr lang="zh-TW" altLang="en-US" sz="20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游祐瑄　</a:t>
            </a:r>
            <a:r>
              <a:rPr lang="en-US" altLang="zh-TW" sz="20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1121821 </a:t>
            </a:r>
            <a:r>
              <a:rPr lang="zh-TW" altLang="en-US" sz="20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陳品霓　</a:t>
            </a:r>
            <a:r>
              <a:rPr lang="en-US" altLang="zh-TW" sz="20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1122032 </a:t>
            </a:r>
            <a:r>
              <a:rPr lang="zh-TW" altLang="en-US" sz="20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黃麗文　</a:t>
            </a:r>
            <a:r>
              <a:rPr lang="en-US" altLang="zh-TW" sz="20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1122006 </a:t>
            </a:r>
            <a:r>
              <a:rPr lang="zh-TW" altLang="en-US" sz="2000" b="0" i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jf open 粉圓 2.1" panose="020B0500000000000000" pitchFamily="34" charset="-120"/>
                <a:ea typeface="jf open 粉圓 2.1" panose="020B0500000000000000" pitchFamily="34" charset="-120"/>
              </a:rPr>
              <a:t>黃翊禎</a:t>
            </a:r>
            <a:endParaRPr lang="zh-TW" altLang="en-US" sz="2000" dirty="0">
              <a:solidFill>
                <a:schemeClr val="tx1">
                  <a:lumMod val="85000"/>
                  <a:lumOff val="15000"/>
                </a:schemeClr>
              </a:solidFill>
              <a:latin typeface="jf open 粉圓 2.1" panose="020B0500000000000000" pitchFamily="34" charset="-120"/>
              <a:ea typeface="jf open 粉圓 2.1" panose="020B05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30394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字方塊 25">
            <a:extLst>
              <a:ext uri="{FF2B5EF4-FFF2-40B4-BE49-F238E27FC236}">
                <a16:creationId xmlns:a16="http://schemas.microsoft.com/office/drawing/2014/main" id="{BF572519-4E89-E0F7-67F0-ACDFF5435AD9}"/>
              </a:ext>
            </a:extLst>
          </p:cNvPr>
          <p:cNvSpPr txBox="1"/>
          <p:nvPr/>
        </p:nvSpPr>
        <p:spPr>
          <a:xfrm>
            <a:off x="2667000" y="1449190"/>
            <a:ext cx="12877800" cy="817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4170"/>
              </a:lnSpc>
              <a:defRPr sz="6000" b="1">
                <a:solidFill>
                  <a:srgbClr val="E9480D"/>
                </a:solidFill>
                <a:latin typeface="Agrandir Grand Heavy"/>
                <a:ea typeface="Agrandir Grand Heavy"/>
                <a:cs typeface="Agrandir Grand Heavy"/>
              </a:defRPr>
            </a:lvl1pPr>
          </a:lstStyle>
          <a:p>
            <a:r>
              <a:rPr lang="en-US" altLang="zh-TW" sz="12000" b="0" dirty="0">
                <a:ln w="19050">
                  <a:solidFill>
                    <a:srgbClr val="E9480D"/>
                  </a:solidFill>
                </a:ln>
                <a:noFill/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AGENDA</a:t>
            </a:r>
            <a:endParaRPr lang="zh-TW" altLang="en-US" sz="12000" b="0" dirty="0">
              <a:ln w="19050">
                <a:solidFill>
                  <a:srgbClr val="E9480D"/>
                </a:solidFill>
              </a:ln>
              <a:noFill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89CC1AA4-1D44-A0F5-E90D-9B9076AC8A3D}"/>
              </a:ext>
            </a:extLst>
          </p:cNvPr>
          <p:cNvGrpSpPr/>
          <p:nvPr/>
        </p:nvGrpSpPr>
        <p:grpSpPr>
          <a:xfrm>
            <a:off x="6398587" y="2324100"/>
            <a:ext cx="5400000" cy="7230377"/>
            <a:chOff x="6398587" y="1790700"/>
            <a:chExt cx="5400000" cy="7230377"/>
          </a:xfrm>
        </p:grpSpPr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E4754DFA-E993-A8F4-2771-BB3EFDA3460F}"/>
                </a:ext>
              </a:extLst>
            </p:cNvPr>
            <p:cNvSpPr txBox="1"/>
            <p:nvPr/>
          </p:nvSpPr>
          <p:spPr>
            <a:xfrm>
              <a:off x="7193587" y="1790700"/>
              <a:ext cx="3810000" cy="72303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lnSpc>
                  <a:spcPct val="100000"/>
                </a:lnSpc>
                <a:tabLst>
                  <a:tab pos="0" algn="l"/>
                </a:tabLst>
                <a:defRPr sz="3600"/>
              </a:lvl1pPr>
            </a:lstStyle>
            <a:p>
              <a:pPr>
                <a:lnSpc>
                  <a:spcPct val="150000"/>
                </a:lnSpc>
              </a:pPr>
              <a:r>
                <a:rPr lang="en-US" altLang="zh-TW" sz="3500" spc="-125" dirty="0">
                  <a:solidFill>
                    <a:srgbClr val="E9480D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01</a:t>
              </a:r>
              <a:r>
                <a:rPr lang="zh-TW" altLang="en-US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　</a:t>
              </a:r>
              <a:r>
                <a:rPr lang="en-US" altLang="zh-TW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Background</a:t>
              </a:r>
            </a:p>
            <a:p>
              <a:pPr>
                <a:lnSpc>
                  <a:spcPct val="150000"/>
                </a:lnSpc>
              </a:pPr>
              <a:r>
                <a:rPr lang="en-US" altLang="zh-TW" sz="3500" spc="-125" dirty="0">
                  <a:solidFill>
                    <a:srgbClr val="E9480D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02</a:t>
              </a:r>
              <a:r>
                <a:rPr lang="zh-TW" altLang="en-US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　俚雨</a:t>
              </a:r>
              <a:endParaRPr lang="en-US" altLang="zh-TW" sz="3500" spc="-125" dirty="0"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TW" sz="3500" spc="-125" dirty="0">
                  <a:solidFill>
                    <a:srgbClr val="E9480D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03</a:t>
              </a:r>
              <a:r>
                <a:rPr lang="zh-TW" altLang="en-US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　</a:t>
              </a:r>
              <a:r>
                <a:rPr lang="en-US" altLang="zh-TW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WHY</a:t>
              </a:r>
            </a:p>
            <a:p>
              <a:pPr>
                <a:lnSpc>
                  <a:spcPct val="150000"/>
                </a:lnSpc>
              </a:pPr>
              <a:r>
                <a:rPr lang="en-US" altLang="zh-TW" sz="3500" spc="-125" dirty="0">
                  <a:solidFill>
                    <a:srgbClr val="E9480D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04</a:t>
              </a:r>
              <a:r>
                <a:rPr lang="zh-TW" altLang="en-US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　</a:t>
              </a:r>
              <a:r>
                <a:rPr lang="en-US" altLang="zh-TW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HOW</a:t>
              </a:r>
            </a:p>
            <a:p>
              <a:pPr>
                <a:lnSpc>
                  <a:spcPct val="150000"/>
                </a:lnSpc>
              </a:pPr>
              <a:r>
                <a:rPr lang="en-US" altLang="zh-TW" sz="3500" spc="-125" dirty="0">
                  <a:solidFill>
                    <a:srgbClr val="E9480D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05</a:t>
              </a:r>
              <a:r>
                <a:rPr lang="zh-TW" altLang="en-US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　</a:t>
              </a:r>
              <a:r>
                <a:rPr lang="en-US" altLang="zh-TW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DEMO</a:t>
              </a:r>
            </a:p>
            <a:p>
              <a:pPr>
                <a:lnSpc>
                  <a:spcPct val="150000"/>
                </a:lnSpc>
              </a:pPr>
              <a:r>
                <a:rPr lang="en-US" altLang="zh-TW" sz="3500" spc="-125" dirty="0">
                  <a:solidFill>
                    <a:srgbClr val="E9480D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06</a:t>
              </a:r>
              <a:r>
                <a:rPr lang="zh-TW" altLang="en-US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　</a:t>
              </a:r>
              <a:r>
                <a:rPr lang="en-US" altLang="zh-TW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Framework</a:t>
              </a:r>
            </a:p>
            <a:p>
              <a:pPr>
                <a:lnSpc>
                  <a:spcPct val="150000"/>
                </a:lnSpc>
              </a:pPr>
              <a:r>
                <a:rPr lang="en-US" altLang="zh-TW" sz="3500" spc="-125" dirty="0">
                  <a:solidFill>
                    <a:srgbClr val="E9480D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07</a:t>
              </a:r>
              <a:r>
                <a:rPr lang="zh-TW" altLang="en-US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　</a:t>
              </a:r>
              <a:r>
                <a:rPr lang="en-US" altLang="zh-TW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Social Media</a:t>
              </a:r>
            </a:p>
            <a:p>
              <a:pPr>
                <a:lnSpc>
                  <a:spcPct val="150000"/>
                </a:lnSpc>
              </a:pPr>
              <a:r>
                <a:rPr lang="en-US" altLang="zh-TW" sz="3500" spc="-125" dirty="0">
                  <a:solidFill>
                    <a:srgbClr val="E9480D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08</a:t>
              </a:r>
              <a:r>
                <a:rPr lang="zh-TW" altLang="en-US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　展場設計</a:t>
              </a:r>
              <a:endParaRPr lang="en-US" altLang="zh-TW" sz="3500" spc="-125" dirty="0"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  <a:p>
              <a:pPr>
                <a:lnSpc>
                  <a:spcPct val="150000"/>
                </a:lnSpc>
              </a:pPr>
              <a:r>
                <a:rPr lang="en-US" altLang="zh-TW" sz="3500" spc="-125" dirty="0">
                  <a:solidFill>
                    <a:srgbClr val="E9480D"/>
                  </a:solidFill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09</a:t>
              </a:r>
              <a:r>
                <a:rPr lang="zh-TW" altLang="en-US" sz="3500" spc="-125" dirty="0">
                  <a:latin typeface="jf open 粉圓 2.1" panose="020B0500000000000000" pitchFamily="34" charset="-120"/>
                  <a:ea typeface="jf open 粉圓 2.1" panose="020B0500000000000000" pitchFamily="34" charset="-120"/>
                </a:rPr>
                <a:t>　傘面設計</a:t>
              </a:r>
              <a:endParaRPr lang="en-US" altLang="zh-TW" sz="3500" spc="-125" dirty="0">
                <a:latin typeface="jf open 粉圓 2.1" panose="020B0500000000000000" pitchFamily="34" charset="-120"/>
                <a:ea typeface="jf open 粉圓 2.1" panose="020B0500000000000000" pitchFamily="34" charset="-120"/>
              </a:endParaRPr>
            </a:p>
          </p:txBody>
        </p:sp>
        <p:cxnSp>
          <p:nvCxnSpPr>
            <p:cNvPr id="5" name="直線接點 4">
              <a:extLst>
                <a:ext uri="{FF2B5EF4-FFF2-40B4-BE49-F238E27FC236}">
                  <a16:creationId xmlns:a16="http://schemas.microsoft.com/office/drawing/2014/main" id="{D5D07040-F1EE-4CD1-45C8-4A849F88CB3E}"/>
                </a:ext>
              </a:extLst>
            </p:cNvPr>
            <p:cNvCxnSpPr>
              <a:cxnSpLocks/>
            </p:cNvCxnSpPr>
            <p:nvPr/>
          </p:nvCxnSpPr>
          <p:spPr>
            <a:xfrm>
              <a:off x="6398587" y="2628900"/>
              <a:ext cx="5400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接點 8">
              <a:extLst>
                <a:ext uri="{FF2B5EF4-FFF2-40B4-BE49-F238E27FC236}">
                  <a16:creationId xmlns:a16="http://schemas.microsoft.com/office/drawing/2014/main" id="{2143D5AF-13C8-3B50-963C-6B95BB6F5C34}"/>
                </a:ext>
              </a:extLst>
            </p:cNvPr>
            <p:cNvCxnSpPr>
              <a:cxnSpLocks/>
            </p:cNvCxnSpPr>
            <p:nvPr/>
          </p:nvCxnSpPr>
          <p:spPr>
            <a:xfrm>
              <a:off x="6398587" y="3434443"/>
              <a:ext cx="5400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01D6D56A-C1DB-E536-5503-43763D177EE0}"/>
                </a:ext>
              </a:extLst>
            </p:cNvPr>
            <p:cNvCxnSpPr>
              <a:cxnSpLocks/>
            </p:cNvCxnSpPr>
            <p:nvPr/>
          </p:nvCxnSpPr>
          <p:spPr>
            <a:xfrm>
              <a:off x="6398587" y="4239986"/>
              <a:ext cx="5400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接點 10">
              <a:extLst>
                <a:ext uri="{FF2B5EF4-FFF2-40B4-BE49-F238E27FC236}">
                  <a16:creationId xmlns:a16="http://schemas.microsoft.com/office/drawing/2014/main" id="{C4BABBCA-1DF9-B0C5-10F5-5E787E8679D4}"/>
                </a:ext>
              </a:extLst>
            </p:cNvPr>
            <p:cNvCxnSpPr>
              <a:cxnSpLocks/>
            </p:cNvCxnSpPr>
            <p:nvPr/>
          </p:nvCxnSpPr>
          <p:spPr>
            <a:xfrm>
              <a:off x="6398587" y="5045529"/>
              <a:ext cx="5400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接點 11">
              <a:extLst>
                <a:ext uri="{FF2B5EF4-FFF2-40B4-BE49-F238E27FC236}">
                  <a16:creationId xmlns:a16="http://schemas.microsoft.com/office/drawing/2014/main" id="{5025DE6F-838E-D3DE-487C-5D20FD2AC46E}"/>
                </a:ext>
              </a:extLst>
            </p:cNvPr>
            <p:cNvCxnSpPr>
              <a:cxnSpLocks/>
            </p:cNvCxnSpPr>
            <p:nvPr/>
          </p:nvCxnSpPr>
          <p:spPr>
            <a:xfrm>
              <a:off x="6398587" y="5851072"/>
              <a:ext cx="5400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接點 12">
              <a:extLst>
                <a:ext uri="{FF2B5EF4-FFF2-40B4-BE49-F238E27FC236}">
                  <a16:creationId xmlns:a16="http://schemas.microsoft.com/office/drawing/2014/main" id="{84E4C50D-7961-ECB2-85F0-37A1C2F9F970}"/>
                </a:ext>
              </a:extLst>
            </p:cNvPr>
            <p:cNvCxnSpPr>
              <a:cxnSpLocks/>
            </p:cNvCxnSpPr>
            <p:nvPr/>
          </p:nvCxnSpPr>
          <p:spPr>
            <a:xfrm>
              <a:off x="6398587" y="6656615"/>
              <a:ext cx="5400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66164660-BDAB-FCBE-B6C6-CA48E38341A4}"/>
                </a:ext>
              </a:extLst>
            </p:cNvPr>
            <p:cNvCxnSpPr>
              <a:cxnSpLocks/>
            </p:cNvCxnSpPr>
            <p:nvPr/>
          </p:nvCxnSpPr>
          <p:spPr>
            <a:xfrm>
              <a:off x="6398587" y="7462158"/>
              <a:ext cx="5400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接點 14">
              <a:extLst>
                <a:ext uri="{FF2B5EF4-FFF2-40B4-BE49-F238E27FC236}">
                  <a16:creationId xmlns:a16="http://schemas.microsoft.com/office/drawing/2014/main" id="{DA9C1005-5C72-A696-E7EF-D103882B3901}"/>
                </a:ext>
              </a:extLst>
            </p:cNvPr>
            <p:cNvCxnSpPr>
              <a:cxnSpLocks/>
            </p:cNvCxnSpPr>
            <p:nvPr/>
          </p:nvCxnSpPr>
          <p:spPr>
            <a:xfrm>
              <a:off x="6398587" y="8267700"/>
              <a:ext cx="54000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 txBox="1"/>
          <p:nvPr/>
        </p:nvSpPr>
        <p:spPr>
          <a:xfrm>
            <a:off x="-2019300" y="4683118"/>
            <a:ext cx="22326600" cy="817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170"/>
              </a:lnSpc>
            </a:pPr>
            <a:r>
              <a:rPr lang="en-US" sz="12000" b="1" dirty="0">
                <a:solidFill>
                  <a:srgbClr val="E9480D"/>
                </a:solidFill>
                <a:latin typeface="Agrandir Grand Heavy"/>
                <a:ea typeface="Agrandir Grand Heavy"/>
                <a:cs typeface="Agrandir Grand Heavy"/>
                <a:sym typeface="Agrandir Grand Heavy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5037335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 5">
            <a:extLst>
              <a:ext uri="{FF2B5EF4-FFF2-40B4-BE49-F238E27FC236}">
                <a16:creationId xmlns:a16="http://schemas.microsoft.com/office/drawing/2014/main" id="{AB25FC60-B192-AA31-9E30-335DBE906320}"/>
              </a:ext>
            </a:extLst>
          </p:cNvPr>
          <p:cNvSpPr txBox="1"/>
          <p:nvPr/>
        </p:nvSpPr>
        <p:spPr>
          <a:xfrm>
            <a:off x="2362200" y="2823325"/>
            <a:ext cx="13029565" cy="395223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zh-TW" altLang="en-US" sz="3200" dirty="0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下貓</a:t>
            </a:r>
            <a:endParaRPr lang="en-US" sz="3200" dirty="0">
              <a:solidFill>
                <a:schemeClr val="tx1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zh-TW" altLang="en-US" sz="3200" dirty="0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人</a:t>
            </a:r>
            <a:r>
              <a:rPr sz="3200" dirty="0" err="1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類曾</a:t>
            </a:r>
            <a:r>
              <a:rPr lang="zh-TW" altLang="en-US" sz="32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用</a:t>
            </a:r>
            <a:r>
              <a:rPr sz="3200" dirty="0" err="1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想像替</a:t>
            </a:r>
            <a:r>
              <a:rPr lang="zh-TW" altLang="en-US" sz="3200" dirty="0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大雨</a:t>
            </a:r>
            <a:r>
              <a:rPr sz="3200" dirty="0" err="1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取名；如今，暴</a:t>
            </a:r>
            <a:r>
              <a:rPr lang="zh-TW" altLang="en-US" sz="3200" dirty="0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與</a:t>
            </a:r>
            <a:r>
              <a:rPr sz="3200" dirty="0" err="1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正重新定義我們的世界</a:t>
            </a:r>
            <a:r>
              <a:rPr sz="3200" dirty="0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Microsoft JhengHei"/>
              </a:rPr>
              <a:t>。</a:t>
            </a:r>
          </a:p>
          <a:p>
            <a:pPr>
              <a:lnSpc>
                <a:spcPct val="100000"/>
              </a:lnSpc>
              <a:spcBef>
                <a:spcPts val="1250"/>
              </a:spcBef>
            </a:pPr>
            <a:endParaRPr sz="3200" dirty="0">
              <a:solidFill>
                <a:schemeClr val="tx1"/>
              </a:solidFill>
              <a:latin typeface="jf open 粉圓 2.1" panose="020B0500000000000000" pitchFamily="34" charset="-120"/>
              <a:ea typeface="jf open 粉圓 2.1" panose="020B0500000000000000" pitchFamily="34" charset="-120"/>
              <a:cs typeface="Microsoft JhengHei"/>
            </a:endParaRPr>
          </a:p>
          <a:p>
            <a:pPr marL="12700">
              <a:lnSpc>
                <a:spcPct val="100000"/>
              </a:lnSpc>
            </a:pPr>
            <a:r>
              <a:rPr sz="2800" dirty="0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從英國的「下貓下狗」、葡萄牙的「下小刀」，到希臘的「掉椅子腿」</a:t>
            </a:r>
          </a:p>
          <a:p>
            <a:pPr marL="12700">
              <a:lnSpc>
                <a:spcPct val="100000"/>
              </a:lnSpc>
              <a:spcBef>
                <a:spcPts val="1664"/>
              </a:spcBef>
            </a:pPr>
            <a:r>
              <a:rPr sz="2800" dirty="0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——不同文化曾用天馬行空的幽默與敬畏，描繪各自天空下的暴雨。</a:t>
            </a:r>
          </a:p>
          <a:p>
            <a:pPr marL="12700" marR="5080">
              <a:lnSpc>
                <a:spcPts val="5030"/>
              </a:lnSpc>
              <a:spcBef>
                <a:spcPts val="240"/>
              </a:spcBef>
            </a:pPr>
            <a:r>
              <a:rPr sz="2800" dirty="0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TC Thin"/>
              </a:rPr>
              <a:t>然而，隨著全球暖化打破氣候平衡，極端降雨變得猛烈且頻繁。那些曾經荒謬誇張的語言隱喻，在今日，竟逐漸失去形容災難的尺度。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1D77C849-32CD-010E-177B-0E0576DDA638}"/>
              </a:ext>
            </a:extLst>
          </p:cNvPr>
          <p:cNvSpPr txBox="1"/>
          <p:nvPr/>
        </p:nvSpPr>
        <p:spPr>
          <a:xfrm>
            <a:off x="1295400" y="7679117"/>
            <a:ext cx="9144000" cy="1098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algn="l">
              <a:lnSpc>
                <a:spcPct val="150000"/>
              </a:lnSpc>
              <a:spcBef>
                <a:spcPts val="1490"/>
              </a:spcBef>
            </a:pPr>
            <a:r>
              <a:rPr lang="en-US" altLang="zh-TW" sz="1800" dirty="0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It’s raining cats and dogs.</a:t>
            </a:r>
          </a:p>
          <a:p>
            <a:pPr marL="12700" algn="l">
              <a:lnSpc>
                <a:spcPct val="150000"/>
              </a:lnSpc>
              <a:spcBef>
                <a:spcPts val="1575"/>
              </a:spcBef>
            </a:pPr>
            <a:r>
              <a:rPr lang="zh-TW" altLang="en-US" sz="2000" dirty="0">
                <a:solidFill>
                  <a:schemeClr val="tx1"/>
                </a:solidFill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天上下貓和狗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0A9C602-FCCB-4119-3794-16AC0E32A693}"/>
              </a:ext>
            </a:extLst>
          </p:cNvPr>
          <p:cNvSpPr txBox="1"/>
          <p:nvPr/>
        </p:nvSpPr>
        <p:spPr>
          <a:xfrm>
            <a:off x="2057400" y="1449190"/>
            <a:ext cx="14173200" cy="7484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4170"/>
              </a:lnSpc>
              <a:defRPr sz="6000" b="1">
                <a:solidFill>
                  <a:srgbClr val="E9480D"/>
                </a:solidFill>
                <a:latin typeface="Agrandir Grand Heavy"/>
                <a:ea typeface="Agrandir Grand Heavy"/>
                <a:cs typeface="Agrandir Grand Heavy"/>
              </a:defRPr>
            </a:lvl1pPr>
          </a:lstStyle>
          <a:p>
            <a:r>
              <a:rPr lang="en-US" altLang="zh-TW" sz="10000" b="0" dirty="0">
                <a:solidFill>
                  <a:schemeClr val="tx1">
                    <a:alpha val="20000"/>
                  </a:schemeClr>
                </a:solidFill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11212359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 txBox="1"/>
          <p:nvPr/>
        </p:nvSpPr>
        <p:spPr>
          <a:xfrm>
            <a:off x="-2019300" y="4683118"/>
            <a:ext cx="22326600" cy="8174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170"/>
              </a:lnSpc>
            </a:pPr>
            <a:r>
              <a:rPr lang="en-US" sz="12000" dirty="0">
                <a:solidFill>
                  <a:srgbClr val="E9480D"/>
                </a:solidFill>
                <a:latin typeface="Agrandir Grand Heavy"/>
                <a:ea typeface="Agrandir Grand Heavy"/>
                <a:cs typeface="Agrandir Grand Heavy"/>
                <a:sym typeface="Agrandir Grand Heavy"/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30372966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635757" y="4778595"/>
            <a:ext cx="5953043" cy="863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70"/>
              </a:lnSpc>
            </a:pPr>
            <a:r>
              <a:rPr lang="en-US" sz="15000" b="1" dirty="0">
                <a:solidFill>
                  <a:srgbClr val="E9480D"/>
                </a:solidFill>
                <a:latin typeface="Noto Sans TC Black" panose="020B0200000000000000" pitchFamily="34" charset="-120"/>
                <a:ea typeface="Noto Sans TC Black" panose="020B0200000000000000" pitchFamily="34" charset="-120"/>
                <a:cs typeface="Agrandir Grand Heavy"/>
                <a:sym typeface="Agrandir Grand Heavy"/>
              </a:rPr>
              <a:t>WHY?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65574" y="6362700"/>
            <a:ext cx="8991600" cy="12164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TW" altLang="en-US" sz="2799" b="1" dirty="0">
                <a:latin typeface="Noto Sans TC" panose="020B0200000000000000" pitchFamily="34" charset="-120"/>
                <a:ea typeface="Noto Sans TC" panose="020B0200000000000000" pitchFamily="34" charset="-120"/>
                <a:cs typeface="Agrandir Bold"/>
                <a:sym typeface="Agrandir Bold"/>
              </a:rPr>
              <a:t>泰國曼谷因連日大雨引發嚴重洪災，導致數十萬人受災、民眾涉水採買物資</a:t>
            </a:r>
            <a:endParaRPr lang="en-US" sz="2799" b="1" dirty="0">
              <a:latin typeface="Noto Sans TC" panose="020B0200000000000000" pitchFamily="34" charset="-120"/>
              <a:ea typeface="Noto Sans TC" panose="020B0200000000000000" pitchFamily="34" charset="-120"/>
              <a:cs typeface="Agrandir Bold"/>
              <a:sym typeface="Agrandir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134600" y="9715500"/>
            <a:ext cx="2048827" cy="2405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960"/>
              </a:lnSpc>
            </a:pPr>
            <a:r>
              <a:rPr lang="en-US" sz="1400" dirty="0">
                <a:solidFill>
                  <a:srgbClr val="616161"/>
                </a:solidFill>
                <a:latin typeface="Noto Sans TC" panose="020B0200000000000000" pitchFamily="34" charset="-120"/>
                <a:ea typeface="Noto Sans TC" panose="020B0200000000000000" pitchFamily="34" charset="-120"/>
                <a:cs typeface="Agrandir"/>
                <a:sym typeface="Agrandir"/>
              </a:rPr>
              <a:t>2026/09/28</a:t>
            </a:r>
          </a:p>
        </p:txBody>
      </p:sp>
      <p:pic>
        <p:nvPicPr>
          <p:cNvPr id="13" name="水淹曼谷70萬人受災 民眾涉水買物資_1080p">
            <a:hlinkClick r:id="" action="ppaction://media"/>
            <a:extLst>
              <a:ext uri="{FF2B5EF4-FFF2-40B4-BE49-F238E27FC236}">
                <a16:creationId xmlns:a16="http://schemas.microsoft.com/office/drawing/2014/main" id="{6A2840BE-5729-0719-7504-6C404987025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2496801" y="-8465"/>
            <a:ext cx="5791200" cy="102954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5133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 txBox="1"/>
          <p:nvPr/>
        </p:nvSpPr>
        <p:spPr>
          <a:xfrm>
            <a:off x="5389878" y="1236328"/>
            <a:ext cx="7508243" cy="610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70"/>
              </a:lnSpc>
            </a:pPr>
            <a:r>
              <a:rPr lang="en-US" sz="6000" b="1" dirty="0">
                <a:solidFill>
                  <a:srgbClr val="E9480D"/>
                </a:solidFill>
                <a:latin typeface="Noto Sans TC Black" panose="020B0200000000000000" pitchFamily="34" charset="-120"/>
                <a:ea typeface="Noto Sans TC Black" panose="020B0200000000000000" pitchFamily="34" charset="-120"/>
                <a:cs typeface="Agrandir Grand Heavy"/>
                <a:sym typeface="Agrandir Grand Heavy"/>
              </a:rPr>
              <a:t>WHY</a:t>
            </a:r>
          </a:p>
        </p:txBody>
      </p:sp>
      <p:pic>
        <p:nvPicPr>
          <p:cNvPr id="3" name="水淹曼谷70萬人受災 民眾涉水買物資_1080p">
            <a:hlinkClick r:id="" action="ppaction://media"/>
            <a:extLst>
              <a:ext uri="{FF2B5EF4-FFF2-40B4-BE49-F238E27FC236}">
                <a16:creationId xmlns:a16="http://schemas.microsoft.com/office/drawing/2014/main" id="{B4C53CE3-7CFF-30F9-4905-FD49E8540A5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-1"/>
            <a:ext cx="5791200" cy="10295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137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5133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8"/>
          <p:cNvSpPr txBox="1"/>
          <p:nvPr/>
        </p:nvSpPr>
        <p:spPr>
          <a:xfrm>
            <a:off x="5389878" y="1236328"/>
            <a:ext cx="7508243" cy="5875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70"/>
              </a:lnSpc>
            </a:pPr>
            <a:r>
              <a:rPr lang="en-US" sz="6000" b="1" dirty="0">
                <a:solidFill>
                  <a:srgbClr val="E9480D"/>
                </a:solidFill>
                <a:latin typeface="Noto Sans TC Black" panose="020B0200000000000000" pitchFamily="34" charset="-120"/>
                <a:ea typeface="Noto Sans TC Black" panose="020B0200000000000000" pitchFamily="34" charset="-120"/>
                <a:cs typeface="Agrandir Grand Heavy"/>
                <a:sym typeface="Agrandir Grand Heavy"/>
              </a:rPr>
              <a:t>HOW</a:t>
            </a:r>
          </a:p>
        </p:txBody>
      </p:sp>
    </p:spTree>
    <p:extLst>
      <p:ext uri="{BB962C8B-B14F-4D97-AF65-F5344CB8AC3E}">
        <p14:creationId xmlns:p14="http://schemas.microsoft.com/office/powerpoint/2010/main" val="4199203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群組 22">
            <a:extLst>
              <a:ext uri="{FF2B5EF4-FFF2-40B4-BE49-F238E27FC236}">
                <a16:creationId xmlns:a16="http://schemas.microsoft.com/office/drawing/2014/main" id="{F04CB9C5-5B51-9AD1-0F9E-CEBE53AD9A1E}"/>
              </a:ext>
            </a:extLst>
          </p:cNvPr>
          <p:cNvGrpSpPr/>
          <p:nvPr/>
        </p:nvGrpSpPr>
        <p:grpSpPr>
          <a:xfrm>
            <a:off x="1016000" y="2647207"/>
            <a:ext cx="1131712" cy="1776652"/>
            <a:chOff x="1304328" y="2640192"/>
            <a:chExt cx="1131712" cy="1776652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04328" y="2640192"/>
              <a:ext cx="1131712" cy="1131708"/>
            </a:xfrm>
            <a:prstGeom prst="rect">
              <a:avLst/>
            </a:prstGeom>
          </p:spPr>
        </p:pic>
        <p:sp>
          <p:nvSpPr>
            <p:cNvPr id="14" name="object 14"/>
            <p:cNvSpPr txBox="1"/>
            <p:nvPr/>
          </p:nvSpPr>
          <p:spPr>
            <a:xfrm>
              <a:off x="1370812" y="3960914"/>
              <a:ext cx="998744" cy="455930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 algn="ctr">
                <a:lnSpc>
                  <a:spcPct val="100000"/>
                </a:lnSpc>
                <a:spcBef>
                  <a:spcPts val="125"/>
                </a:spcBef>
              </a:pPr>
              <a:r>
                <a:rPr sz="2800" dirty="0"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HK Thin"/>
                </a:rPr>
                <a:t>英國</a:t>
              </a:r>
            </a:p>
          </p:txBody>
        </p:sp>
      </p:grpSp>
      <p:sp>
        <p:nvSpPr>
          <p:cNvPr id="22" name="object 7">
            <a:extLst>
              <a:ext uri="{FF2B5EF4-FFF2-40B4-BE49-F238E27FC236}">
                <a16:creationId xmlns:a16="http://schemas.microsoft.com/office/drawing/2014/main" id="{4AA37C5F-A0E8-5C2C-2862-35309252D0E1}"/>
              </a:ext>
            </a:extLst>
          </p:cNvPr>
          <p:cNvSpPr txBox="1"/>
          <p:nvPr/>
        </p:nvSpPr>
        <p:spPr>
          <a:xfrm>
            <a:off x="2667000" y="2647207"/>
            <a:ext cx="5994400" cy="885114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algn="l">
              <a:lnSpc>
                <a:spcPct val="150000"/>
              </a:lnSpc>
              <a:spcBef>
                <a:spcPts val="1490"/>
              </a:spcBef>
            </a:pPr>
            <a:r>
              <a:rPr sz="36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It’s raining cats and dogs.</a:t>
            </a:r>
          </a:p>
        </p:txBody>
      </p:sp>
      <p:pic>
        <p:nvPicPr>
          <p:cNvPr id="26" name="object 13">
            <a:extLst>
              <a:ext uri="{FF2B5EF4-FFF2-40B4-BE49-F238E27FC236}">
                <a16:creationId xmlns:a16="http://schemas.microsoft.com/office/drawing/2014/main" id="{8431448A-39A3-AF44-49D7-8AB9F204C277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6002" y="4997328"/>
            <a:ext cx="1131708" cy="1131708"/>
          </a:xfrm>
          <a:prstGeom prst="rect">
            <a:avLst/>
          </a:prstGeom>
        </p:spPr>
      </p:pic>
      <p:sp>
        <p:nvSpPr>
          <p:cNvPr id="27" name="object 14">
            <a:extLst>
              <a:ext uri="{FF2B5EF4-FFF2-40B4-BE49-F238E27FC236}">
                <a16:creationId xmlns:a16="http://schemas.microsoft.com/office/drawing/2014/main" id="{04112D2A-ABCD-13BC-2520-B62BEB33DB1E}"/>
              </a:ext>
            </a:extLst>
          </p:cNvPr>
          <p:cNvSpPr txBox="1"/>
          <p:nvPr/>
        </p:nvSpPr>
        <p:spPr>
          <a:xfrm>
            <a:off x="1082484" y="6318050"/>
            <a:ext cx="998744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zh-TW" altLang="en-US"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法國</a:t>
            </a:r>
          </a:p>
        </p:txBody>
      </p:sp>
      <p:sp>
        <p:nvSpPr>
          <p:cNvPr id="28" name="object 7">
            <a:extLst>
              <a:ext uri="{FF2B5EF4-FFF2-40B4-BE49-F238E27FC236}">
                <a16:creationId xmlns:a16="http://schemas.microsoft.com/office/drawing/2014/main" id="{F96FB508-2CCC-0C6E-C0E4-DA52E9449FA8}"/>
              </a:ext>
            </a:extLst>
          </p:cNvPr>
          <p:cNvSpPr txBox="1"/>
          <p:nvPr/>
        </p:nvSpPr>
        <p:spPr>
          <a:xfrm>
            <a:off x="2667000" y="4997328"/>
            <a:ext cx="5994400" cy="745076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r>
              <a:rPr lang="en-US" altLang="zh-TW" sz="3600" dirty="0"/>
              <a:t>Il </a:t>
            </a:r>
            <a:r>
              <a:rPr lang="en-US" altLang="zh-TW" sz="3600" dirty="0" err="1"/>
              <a:t>pleut</a:t>
            </a:r>
            <a:r>
              <a:rPr lang="en-US" altLang="zh-TW" sz="3600" dirty="0"/>
              <a:t> des </a:t>
            </a:r>
            <a:r>
              <a:rPr lang="en-US" altLang="zh-TW" sz="3600" dirty="0" err="1"/>
              <a:t>cordes</a:t>
            </a:r>
            <a:r>
              <a:rPr lang="en-US" altLang="zh-TW" sz="3600" dirty="0"/>
              <a:t>.</a:t>
            </a:r>
          </a:p>
        </p:txBody>
      </p:sp>
      <p:pic>
        <p:nvPicPr>
          <p:cNvPr id="30" name="object 13">
            <a:extLst>
              <a:ext uri="{FF2B5EF4-FFF2-40B4-BE49-F238E27FC236}">
                <a16:creationId xmlns:a16="http://schemas.microsoft.com/office/drawing/2014/main" id="{BAC63156-CD18-8BC8-5840-AB5963315FD2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6002" y="7347449"/>
            <a:ext cx="1131708" cy="1131708"/>
          </a:xfrm>
          <a:prstGeom prst="rect">
            <a:avLst/>
          </a:prstGeom>
        </p:spPr>
      </p:pic>
      <p:sp>
        <p:nvSpPr>
          <p:cNvPr id="31" name="object 14">
            <a:extLst>
              <a:ext uri="{FF2B5EF4-FFF2-40B4-BE49-F238E27FC236}">
                <a16:creationId xmlns:a16="http://schemas.microsoft.com/office/drawing/2014/main" id="{E586CDFB-8C06-4018-1A32-6FC27373946C}"/>
              </a:ext>
            </a:extLst>
          </p:cNvPr>
          <p:cNvSpPr txBox="1"/>
          <p:nvPr/>
        </p:nvSpPr>
        <p:spPr>
          <a:xfrm>
            <a:off x="960342" y="8668171"/>
            <a:ext cx="1243028" cy="44691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zh-TW" altLang="en-US"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葡萄牙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32" name="object 7">
            <a:extLst>
              <a:ext uri="{FF2B5EF4-FFF2-40B4-BE49-F238E27FC236}">
                <a16:creationId xmlns:a16="http://schemas.microsoft.com/office/drawing/2014/main" id="{5AE4D81B-70CF-F943-B893-78E3E913D698}"/>
              </a:ext>
            </a:extLst>
          </p:cNvPr>
          <p:cNvSpPr txBox="1"/>
          <p:nvPr/>
        </p:nvSpPr>
        <p:spPr>
          <a:xfrm>
            <a:off x="2667000" y="7347449"/>
            <a:ext cx="5994400" cy="865814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algn="l">
              <a:lnSpc>
                <a:spcPct val="150000"/>
              </a:lnSpc>
              <a:spcBef>
                <a:spcPts val="1490"/>
              </a:spcBef>
            </a:pP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Está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chovendo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canivetes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.</a:t>
            </a:r>
          </a:p>
        </p:txBody>
      </p:sp>
      <p:pic>
        <p:nvPicPr>
          <p:cNvPr id="34" name="object 13">
            <a:extLst>
              <a:ext uri="{FF2B5EF4-FFF2-40B4-BE49-F238E27FC236}">
                <a16:creationId xmlns:a16="http://schemas.microsoft.com/office/drawing/2014/main" id="{E6F309B5-6927-F66C-3AE2-DABE0AD5D7FC}"/>
              </a:ext>
            </a:extLst>
          </p:cNvPr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626600" y="2648652"/>
            <a:ext cx="1131712" cy="1128817"/>
          </a:xfrm>
          <a:prstGeom prst="rect">
            <a:avLst/>
          </a:prstGeom>
        </p:spPr>
      </p:pic>
      <p:sp>
        <p:nvSpPr>
          <p:cNvPr id="35" name="object 14">
            <a:extLst>
              <a:ext uri="{FF2B5EF4-FFF2-40B4-BE49-F238E27FC236}">
                <a16:creationId xmlns:a16="http://schemas.microsoft.com/office/drawing/2014/main" id="{07D4C230-7D24-FE9C-DCBD-63B58F4CE6D1}"/>
              </a:ext>
            </a:extLst>
          </p:cNvPr>
          <p:cNvSpPr txBox="1"/>
          <p:nvPr/>
        </p:nvSpPr>
        <p:spPr>
          <a:xfrm>
            <a:off x="9693084" y="3967929"/>
            <a:ext cx="998744" cy="44691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zh-TW" altLang="en-US"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波蘭</a:t>
            </a:r>
          </a:p>
        </p:txBody>
      </p:sp>
      <p:sp>
        <p:nvSpPr>
          <p:cNvPr id="36" name="object 7">
            <a:extLst>
              <a:ext uri="{FF2B5EF4-FFF2-40B4-BE49-F238E27FC236}">
                <a16:creationId xmlns:a16="http://schemas.microsoft.com/office/drawing/2014/main" id="{50355715-E135-01AD-E320-992C1BF9F97F}"/>
              </a:ext>
            </a:extLst>
          </p:cNvPr>
          <p:cNvSpPr txBox="1"/>
          <p:nvPr/>
        </p:nvSpPr>
        <p:spPr>
          <a:xfrm>
            <a:off x="11277600" y="2647207"/>
            <a:ext cx="5994400" cy="865814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algn="l">
              <a:lnSpc>
                <a:spcPct val="150000"/>
              </a:lnSpc>
              <a:spcBef>
                <a:spcPts val="1490"/>
              </a:spcBef>
            </a:pP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Rzuca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żabami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.</a:t>
            </a:r>
          </a:p>
        </p:txBody>
      </p:sp>
      <p:pic>
        <p:nvPicPr>
          <p:cNvPr id="38" name="object 13">
            <a:extLst>
              <a:ext uri="{FF2B5EF4-FFF2-40B4-BE49-F238E27FC236}">
                <a16:creationId xmlns:a16="http://schemas.microsoft.com/office/drawing/2014/main" id="{5924DE5A-1970-E09D-8403-8BF45BF20D13}"/>
              </a:ext>
            </a:extLst>
          </p:cNvPr>
          <p:cNvPicPr/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626602" y="4997328"/>
            <a:ext cx="1131708" cy="1131708"/>
          </a:xfrm>
          <a:prstGeom prst="rect">
            <a:avLst/>
          </a:prstGeom>
        </p:spPr>
      </p:pic>
      <p:sp>
        <p:nvSpPr>
          <p:cNvPr id="39" name="object 14">
            <a:extLst>
              <a:ext uri="{FF2B5EF4-FFF2-40B4-BE49-F238E27FC236}">
                <a16:creationId xmlns:a16="http://schemas.microsoft.com/office/drawing/2014/main" id="{B0F64012-B984-8816-E65C-F6F40855520D}"/>
              </a:ext>
            </a:extLst>
          </p:cNvPr>
          <p:cNvSpPr txBox="1"/>
          <p:nvPr/>
        </p:nvSpPr>
        <p:spPr>
          <a:xfrm>
            <a:off x="9693084" y="6318050"/>
            <a:ext cx="998744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zh-TW" altLang="en-US"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巴西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40" name="object 7">
            <a:extLst>
              <a:ext uri="{FF2B5EF4-FFF2-40B4-BE49-F238E27FC236}">
                <a16:creationId xmlns:a16="http://schemas.microsoft.com/office/drawing/2014/main" id="{325E8071-0A34-9217-B1E0-B1B32FABEE41}"/>
              </a:ext>
            </a:extLst>
          </p:cNvPr>
          <p:cNvSpPr txBox="1"/>
          <p:nvPr/>
        </p:nvSpPr>
        <p:spPr>
          <a:xfrm>
            <a:off x="11277600" y="4997328"/>
            <a:ext cx="5994400" cy="865814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algn="l">
              <a:lnSpc>
                <a:spcPct val="150000"/>
              </a:lnSpc>
              <a:spcBef>
                <a:spcPts val="1490"/>
              </a:spcBef>
            </a:pP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Chovem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cobras e </a:t>
            </a: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lagartos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.</a:t>
            </a:r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866EF96E-0E75-91D5-978F-353E359A339F}"/>
              </a:ext>
            </a:extLst>
          </p:cNvPr>
          <p:cNvGrpSpPr/>
          <p:nvPr/>
        </p:nvGrpSpPr>
        <p:grpSpPr>
          <a:xfrm>
            <a:off x="9626600" y="7347449"/>
            <a:ext cx="1131712" cy="1776652"/>
            <a:chOff x="1304328" y="2640192"/>
            <a:chExt cx="1131712" cy="1776652"/>
          </a:xfrm>
        </p:grpSpPr>
        <p:pic>
          <p:nvPicPr>
            <p:cNvPr id="42" name="object 13">
              <a:extLst>
                <a:ext uri="{FF2B5EF4-FFF2-40B4-BE49-F238E27FC236}">
                  <a16:creationId xmlns:a16="http://schemas.microsoft.com/office/drawing/2014/main" id="{1E51F926-A794-4DA6-B49B-F116DBAF2C7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04328" y="2640192"/>
              <a:ext cx="1131712" cy="1131708"/>
            </a:xfrm>
            <a:prstGeom prst="rect">
              <a:avLst/>
            </a:prstGeom>
          </p:spPr>
        </p:pic>
        <p:sp>
          <p:nvSpPr>
            <p:cNvPr id="43" name="object 14">
              <a:extLst>
                <a:ext uri="{FF2B5EF4-FFF2-40B4-BE49-F238E27FC236}">
                  <a16:creationId xmlns:a16="http://schemas.microsoft.com/office/drawing/2014/main" id="{04E032BF-DE5E-61FB-9040-9C1B8B061090}"/>
                </a:ext>
              </a:extLst>
            </p:cNvPr>
            <p:cNvSpPr txBox="1"/>
            <p:nvPr/>
          </p:nvSpPr>
          <p:spPr>
            <a:xfrm>
              <a:off x="1370812" y="3960914"/>
              <a:ext cx="998744" cy="455930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 algn="ctr">
                <a:lnSpc>
                  <a:spcPct val="100000"/>
                </a:lnSpc>
                <a:spcBef>
                  <a:spcPts val="125"/>
                </a:spcBef>
              </a:pPr>
              <a:r>
                <a:rPr lang="en-US" altLang="zh-TW" sz="2800" dirty="0"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HK Thin"/>
                </a:rPr>
                <a:t>XX</a:t>
              </a:r>
              <a:endParaRPr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endParaRPr>
            </a:p>
          </p:txBody>
        </p:sp>
      </p:grpSp>
      <p:sp>
        <p:nvSpPr>
          <p:cNvPr id="44" name="object 7">
            <a:extLst>
              <a:ext uri="{FF2B5EF4-FFF2-40B4-BE49-F238E27FC236}">
                <a16:creationId xmlns:a16="http://schemas.microsoft.com/office/drawing/2014/main" id="{73013492-616A-A647-42F9-DF8AABCB9418}"/>
              </a:ext>
            </a:extLst>
          </p:cNvPr>
          <p:cNvSpPr txBox="1"/>
          <p:nvPr/>
        </p:nvSpPr>
        <p:spPr>
          <a:xfrm>
            <a:off x="11277600" y="7347449"/>
            <a:ext cx="5994400" cy="865814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algn="l">
              <a:lnSpc>
                <a:spcPct val="150000"/>
              </a:lnSpc>
              <a:spcBef>
                <a:spcPts val="1490"/>
              </a:spcBef>
            </a:pPr>
            <a:r>
              <a:rPr lang="en-US" altLang="zh-TW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XXXXXXXXXXXXXXXXX</a:t>
            </a:r>
            <a:endParaRPr sz="3500" dirty="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</p:txBody>
      </p:sp>
      <p:sp>
        <p:nvSpPr>
          <p:cNvPr id="47" name="TextBox 18">
            <a:extLst>
              <a:ext uri="{FF2B5EF4-FFF2-40B4-BE49-F238E27FC236}">
                <a16:creationId xmlns:a16="http://schemas.microsoft.com/office/drawing/2014/main" id="{07BFDFEF-91DE-3AA7-6172-FCA751F763A9}"/>
              </a:ext>
            </a:extLst>
          </p:cNvPr>
          <p:cNvSpPr txBox="1"/>
          <p:nvPr/>
        </p:nvSpPr>
        <p:spPr>
          <a:xfrm>
            <a:off x="5389878" y="1236328"/>
            <a:ext cx="7508243" cy="610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70"/>
              </a:lnSpc>
            </a:pPr>
            <a:r>
              <a:rPr lang="zh-TW" altLang="en-US" sz="6000" b="0" dirty="0">
                <a:solidFill>
                  <a:srgbClr val="E9480D"/>
                </a:solidFill>
                <a:latin typeface="Noto Sans TC SemiBold" panose="020B0200000000000000" pitchFamily="34" charset="-120"/>
                <a:ea typeface="Noto Sans TC SemiBold" panose="020B0200000000000000" pitchFamily="34" charset="-120"/>
              </a:rPr>
              <a:t>各國俚雨</a:t>
            </a:r>
            <a:endParaRPr lang="en-US" sz="6000" b="1" dirty="0">
              <a:solidFill>
                <a:srgbClr val="E9480D"/>
              </a:solidFill>
              <a:latin typeface="Agrandir Grand Heavy"/>
              <a:ea typeface="Agrandir Grand Heavy"/>
              <a:cs typeface="Agrandir Grand Heavy"/>
              <a:sym typeface="Agrandir Grand Heav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群組 22">
            <a:extLst>
              <a:ext uri="{FF2B5EF4-FFF2-40B4-BE49-F238E27FC236}">
                <a16:creationId xmlns:a16="http://schemas.microsoft.com/office/drawing/2014/main" id="{F04CB9C5-5B51-9AD1-0F9E-CEBE53AD9A1E}"/>
              </a:ext>
            </a:extLst>
          </p:cNvPr>
          <p:cNvGrpSpPr/>
          <p:nvPr/>
        </p:nvGrpSpPr>
        <p:grpSpPr>
          <a:xfrm>
            <a:off x="1016000" y="2647207"/>
            <a:ext cx="1131712" cy="1776652"/>
            <a:chOff x="1304328" y="2640192"/>
            <a:chExt cx="1131712" cy="1776652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04328" y="2640192"/>
              <a:ext cx="1131712" cy="1131708"/>
            </a:xfrm>
            <a:prstGeom prst="rect">
              <a:avLst/>
            </a:prstGeom>
          </p:spPr>
        </p:pic>
        <p:sp>
          <p:nvSpPr>
            <p:cNvPr id="14" name="object 14"/>
            <p:cNvSpPr txBox="1"/>
            <p:nvPr/>
          </p:nvSpPr>
          <p:spPr>
            <a:xfrm>
              <a:off x="1370812" y="3960914"/>
              <a:ext cx="998744" cy="455930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 algn="ctr">
                <a:lnSpc>
                  <a:spcPct val="100000"/>
                </a:lnSpc>
                <a:spcBef>
                  <a:spcPts val="125"/>
                </a:spcBef>
              </a:pPr>
              <a:r>
                <a:rPr sz="2800" dirty="0"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HK Thin"/>
                </a:rPr>
                <a:t>英國</a:t>
              </a:r>
            </a:p>
          </p:txBody>
        </p:sp>
      </p:grpSp>
      <p:sp>
        <p:nvSpPr>
          <p:cNvPr id="22" name="object 7">
            <a:extLst>
              <a:ext uri="{FF2B5EF4-FFF2-40B4-BE49-F238E27FC236}">
                <a16:creationId xmlns:a16="http://schemas.microsoft.com/office/drawing/2014/main" id="{4AA37C5F-A0E8-5C2C-2862-35309252D0E1}"/>
              </a:ext>
            </a:extLst>
          </p:cNvPr>
          <p:cNvSpPr txBox="1"/>
          <p:nvPr/>
        </p:nvSpPr>
        <p:spPr>
          <a:xfrm>
            <a:off x="2667000" y="3777469"/>
            <a:ext cx="5994400" cy="576633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algn="l">
              <a:lnSpc>
                <a:spcPct val="150000"/>
              </a:lnSpc>
              <a:spcBef>
                <a:spcPts val="1490"/>
              </a:spcBef>
            </a:pPr>
            <a:r>
              <a:rPr sz="20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It’s raining cats and dogs.</a:t>
            </a:r>
          </a:p>
        </p:txBody>
      </p:sp>
      <p:pic>
        <p:nvPicPr>
          <p:cNvPr id="26" name="object 13">
            <a:extLst>
              <a:ext uri="{FF2B5EF4-FFF2-40B4-BE49-F238E27FC236}">
                <a16:creationId xmlns:a16="http://schemas.microsoft.com/office/drawing/2014/main" id="{8431448A-39A3-AF44-49D7-8AB9F204C277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6002" y="4997328"/>
            <a:ext cx="1131708" cy="1131708"/>
          </a:xfrm>
          <a:prstGeom prst="rect">
            <a:avLst/>
          </a:prstGeom>
        </p:spPr>
      </p:pic>
      <p:sp>
        <p:nvSpPr>
          <p:cNvPr id="27" name="object 14">
            <a:extLst>
              <a:ext uri="{FF2B5EF4-FFF2-40B4-BE49-F238E27FC236}">
                <a16:creationId xmlns:a16="http://schemas.microsoft.com/office/drawing/2014/main" id="{04112D2A-ABCD-13BC-2520-B62BEB33DB1E}"/>
              </a:ext>
            </a:extLst>
          </p:cNvPr>
          <p:cNvSpPr txBox="1"/>
          <p:nvPr/>
        </p:nvSpPr>
        <p:spPr>
          <a:xfrm>
            <a:off x="1082484" y="6318050"/>
            <a:ext cx="998744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zh-TW" altLang="en-US"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法國</a:t>
            </a:r>
          </a:p>
        </p:txBody>
      </p:sp>
      <p:sp>
        <p:nvSpPr>
          <p:cNvPr id="28" name="object 7">
            <a:extLst>
              <a:ext uri="{FF2B5EF4-FFF2-40B4-BE49-F238E27FC236}">
                <a16:creationId xmlns:a16="http://schemas.microsoft.com/office/drawing/2014/main" id="{F96FB508-2CCC-0C6E-C0E4-DA52E9449FA8}"/>
              </a:ext>
            </a:extLst>
          </p:cNvPr>
          <p:cNvSpPr txBox="1"/>
          <p:nvPr/>
        </p:nvSpPr>
        <p:spPr>
          <a:xfrm>
            <a:off x="2667000" y="4997328"/>
            <a:ext cx="5994400" cy="745076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r>
              <a:rPr lang="en-US" altLang="zh-TW" sz="3600" dirty="0"/>
              <a:t>Il </a:t>
            </a:r>
            <a:r>
              <a:rPr lang="en-US" altLang="zh-TW" sz="3600" dirty="0" err="1"/>
              <a:t>pleut</a:t>
            </a:r>
            <a:r>
              <a:rPr lang="en-US" altLang="zh-TW" sz="3600" dirty="0"/>
              <a:t> des </a:t>
            </a:r>
            <a:r>
              <a:rPr lang="en-US" altLang="zh-TW" sz="3600" dirty="0" err="1"/>
              <a:t>cordes</a:t>
            </a:r>
            <a:r>
              <a:rPr lang="en-US" altLang="zh-TW" sz="3600" dirty="0"/>
              <a:t>.</a:t>
            </a:r>
          </a:p>
        </p:txBody>
      </p:sp>
      <p:pic>
        <p:nvPicPr>
          <p:cNvPr id="30" name="object 13">
            <a:extLst>
              <a:ext uri="{FF2B5EF4-FFF2-40B4-BE49-F238E27FC236}">
                <a16:creationId xmlns:a16="http://schemas.microsoft.com/office/drawing/2014/main" id="{BAC63156-CD18-8BC8-5840-AB5963315FD2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6002" y="7347449"/>
            <a:ext cx="1131708" cy="1131708"/>
          </a:xfrm>
          <a:prstGeom prst="rect">
            <a:avLst/>
          </a:prstGeom>
        </p:spPr>
      </p:pic>
      <p:sp>
        <p:nvSpPr>
          <p:cNvPr id="31" name="object 14">
            <a:extLst>
              <a:ext uri="{FF2B5EF4-FFF2-40B4-BE49-F238E27FC236}">
                <a16:creationId xmlns:a16="http://schemas.microsoft.com/office/drawing/2014/main" id="{E586CDFB-8C06-4018-1A32-6FC27373946C}"/>
              </a:ext>
            </a:extLst>
          </p:cNvPr>
          <p:cNvSpPr txBox="1"/>
          <p:nvPr/>
        </p:nvSpPr>
        <p:spPr>
          <a:xfrm>
            <a:off x="960342" y="8668171"/>
            <a:ext cx="1243028" cy="44691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zh-TW" altLang="en-US"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葡萄牙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32" name="object 7">
            <a:extLst>
              <a:ext uri="{FF2B5EF4-FFF2-40B4-BE49-F238E27FC236}">
                <a16:creationId xmlns:a16="http://schemas.microsoft.com/office/drawing/2014/main" id="{5AE4D81B-70CF-F943-B893-78E3E913D698}"/>
              </a:ext>
            </a:extLst>
          </p:cNvPr>
          <p:cNvSpPr txBox="1"/>
          <p:nvPr/>
        </p:nvSpPr>
        <p:spPr>
          <a:xfrm>
            <a:off x="2667000" y="7347449"/>
            <a:ext cx="5994400" cy="865814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algn="l">
              <a:lnSpc>
                <a:spcPct val="150000"/>
              </a:lnSpc>
              <a:spcBef>
                <a:spcPts val="1490"/>
              </a:spcBef>
            </a:pP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Está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chovendo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canivetes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.</a:t>
            </a:r>
          </a:p>
        </p:txBody>
      </p:sp>
      <p:pic>
        <p:nvPicPr>
          <p:cNvPr id="34" name="object 13">
            <a:extLst>
              <a:ext uri="{FF2B5EF4-FFF2-40B4-BE49-F238E27FC236}">
                <a16:creationId xmlns:a16="http://schemas.microsoft.com/office/drawing/2014/main" id="{E6F309B5-6927-F66C-3AE2-DABE0AD5D7FC}"/>
              </a:ext>
            </a:extLst>
          </p:cNvPr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626600" y="2648652"/>
            <a:ext cx="1131712" cy="1128817"/>
          </a:xfrm>
          <a:prstGeom prst="rect">
            <a:avLst/>
          </a:prstGeom>
        </p:spPr>
      </p:pic>
      <p:sp>
        <p:nvSpPr>
          <p:cNvPr id="35" name="object 14">
            <a:extLst>
              <a:ext uri="{FF2B5EF4-FFF2-40B4-BE49-F238E27FC236}">
                <a16:creationId xmlns:a16="http://schemas.microsoft.com/office/drawing/2014/main" id="{07D4C230-7D24-FE9C-DCBD-63B58F4CE6D1}"/>
              </a:ext>
            </a:extLst>
          </p:cNvPr>
          <p:cNvSpPr txBox="1"/>
          <p:nvPr/>
        </p:nvSpPr>
        <p:spPr>
          <a:xfrm>
            <a:off x="9693084" y="3967929"/>
            <a:ext cx="998744" cy="44691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zh-TW" altLang="en-US"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波蘭</a:t>
            </a:r>
          </a:p>
        </p:txBody>
      </p:sp>
      <p:sp>
        <p:nvSpPr>
          <p:cNvPr id="36" name="object 7">
            <a:extLst>
              <a:ext uri="{FF2B5EF4-FFF2-40B4-BE49-F238E27FC236}">
                <a16:creationId xmlns:a16="http://schemas.microsoft.com/office/drawing/2014/main" id="{50355715-E135-01AD-E320-992C1BF9F97F}"/>
              </a:ext>
            </a:extLst>
          </p:cNvPr>
          <p:cNvSpPr txBox="1"/>
          <p:nvPr/>
        </p:nvSpPr>
        <p:spPr>
          <a:xfrm>
            <a:off x="11277600" y="2647207"/>
            <a:ext cx="5994400" cy="865814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algn="l">
              <a:lnSpc>
                <a:spcPct val="150000"/>
              </a:lnSpc>
              <a:spcBef>
                <a:spcPts val="1490"/>
              </a:spcBef>
            </a:pP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Rzuca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</a:t>
            </a: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żabami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.</a:t>
            </a:r>
          </a:p>
        </p:txBody>
      </p:sp>
      <p:pic>
        <p:nvPicPr>
          <p:cNvPr id="38" name="object 13">
            <a:extLst>
              <a:ext uri="{FF2B5EF4-FFF2-40B4-BE49-F238E27FC236}">
                <a16:creationId xmlns:a16="http://schemas.microsoft.com/office/drawing/2014/main" id="{5924DE5A-1970-E09D-8403-8BF45BF20D13}"/>
              </a:ext>
            </a:extLst>
          </p:cNvPr>
          <p:cNvPicPr/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626602" y="4997328"/>
            <a:ext cx="1131708" cy="1131708"/>
          </a:xfrm>
          <a:prstGeom prst="rect">
            <a:avLst/>
          </a:prstGeom>
        </p:spPr>
      </p:pic>
      <p:sp>
        <p:nvSpPr>
          <p:cNvPr id="39" name="object 14">
            <a:extLst>
              <a:ext uri="{FF2B5EF4-FFF2-40B4-BE49-F238E27FC236}">
                <a16:creationId xmlns:a16="http://schemas.microsoft.com/office/drawing/2014/main" id="{B0F64012-B984-8816-E65C-F6F40855520D}"/>
              </a:ext>
            </a:extLst>
          </p:cNvPr>
          <p:cNvSpPr txBox="1"/>
          <p:nvPr/>
        </p:nvSpPr>
        <p:spPr>
          <a:xfrm>
            <a:off x="9693084" y="6318050"/>
            <a:ext cx="998744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zh-TW" altLang="en-US"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巴西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sp>
        <p:nvSpPr>
          <p:cNvPr id="40" name="object 7">
            <a:extLst>
              <a:ext uri="{FF2B5EF4-FFF2-40B4-BE49-F238E27FC236}">
                <a16:creationId xmlns:a16="http://schemas.microsoft.com/office/drawing/2014/main" id="{325E8071-0A34-9217-B1E0-B1B32FABEE41}"/>
              </a:ext>
            </a:extLst>
          </p:cNvPr>
          <p:cNvSpPr txBox="1"/>
          <p:nvPr/>
        </p:nvSpPr>
        <p:spPr>
          <a:xfrm>
            <a:off x="11277600" y="4997328"/>
            <a:ext cx="5994400" cy="865814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algn="l">
              <a:lnSpc>
                <a:spcPct val="150000"/>
              </a:lnSpc>
              <a:spcBef>
                <a:spcPts val="1490"/>
              </a:spcBef>
            </a:pP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Chovem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 cobras e </a:t>
            </a:r>
            <a:r>
              <a:rPr lang="en-US" sz="3500" dirty="0" err="1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lagartos</a:t>
            </a:r>
            <a:r>
              <a:rPr lang="en-US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.</a:t>
            </a:r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866EF96E-0E75-91D5-978F-353E359A339F}"/>
              </a:ext>
            </a:extLst>
          </p:cNvPr>
          <p:cNvGrpSpPr/>
          <p:nvPr/>
        </p:nvGrpSpPr>
        <p:grpSpPr>
          <a:xfrm>
            <a:off x="9626600" y="7347449"/>
            <a:ext cx="1131712" cy="1776652"/>
            <a:chOff x="1304328" y="2640192"/>
            <a:chExt cx="1131712" cy="1776652"/>
          </a:xfrm>
        </p:grpSpPr>
        <p:pic>
          <p:nvPicPr>
            <p:cNvPr id="42" name="object 13">
              <a:extLst>
                <a:ext uri="{FF2B5EF4-FFF2-40B4-BE49-F238E27FC236}">
                  <a16:creationId xmlns:a16="http://schemas.microsoft.com/office/drawing/2014/main" id="{1E51F926-A794-4DA6-B49B-F116DBAF2C7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04328" y="2640192"/>
              <a:ext cx="1131712" cy="1131708"/>
            </a:xfrm>
            <a:prstGeom prst="rect">
              <a:avLst/>
            </a:prstGeom>
          </p:spPr>
        </p:pic>
        <p:sp>
          <p:nvSpPr>
            <p:cNvPr id="43" name="object 14">
              <a:extLst>
                <a:ext uri="{FF2B5EF4-FFF2-40B4-BE49-F238E27FC236}">
                  <a16:creationId xmlns:a16="http://schemas.microsoft.com/office/drawing/2014/main" id="{04E032BF-DE5E-61FB-9040-9C1B8B061090}"/>
                </a:ext>
              </a:extLst>
            </p:cNvPr>
            <p:cNvSpPr txBox="1"/>
            <p:nvPr/>
          </p:nvSpPr>
          <p:spPr>
            <a:xfrm>
              <a:off x="1370812" y="3960914"/>
              <a:ext cx="998744" cy="455930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 algn="ctr">
                <a:lnSpc>
                  <a:spcPct val="100000"/>
                </a:lnSpc>
                <a:spcBef>
                  <a:spcPts val="125"/>
                </a:spcBef>
              </a:pPr>
              <a:r>
                <a:rPr lang="en-US" altLang="zh-TW" sz="2800" dirty="0"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HK Thin"/>
                </a:rPr>
                <a:t>XX</a:t>
              </a:r>
              <a:endParaRPr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endParaRPr>
            </a:p>
          </p:txBody>
        </p:sp>
      </p:grpSp>
      <p:sp>
        <p:nvSpPr>
          <p:cNvPr id="44" name="object 7">
            <a:extLst>
              <a:ext uri="{FF2B5EF4-FFF2-40B4-BE49-F238E27FC236}">
                <a16:creationId xmlns:a16="http://schemas.microsoft.com/office/drawing/2014/main" id="{73013492-616A-A647-42F9-DF8AABCB9418}"/>
              </a:ext>
            </a:extLst>
          </p:cNvPr>
          <p:cNvSpPr txBox="1"/>
          <p:nvPr/>
        </p:nvSpPr>
        <p:spPr>
          <a:xfrm>
            <a:off x="11277600" y="7347449"/>
            <a:ext cx="5994400" cy="865814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 algn="l">
              <a:lnSpc>
                <a:spcPct val="150000"/>
              </a:lnSpc>
              <a:spcBef>
                <a:spcPts val="1490"/>
              </a:spcBef>
            </a:pPr>
            <a:r>
              <a:rPr lang="en-US" altLang="zh-TW" sz="35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Trebuchet MS"/>
              </a:rPr>
              <a:t>XXXXXXXXXXXXXXXXX</a:t>
            </a:r>
            <a:endParaRPr sz="3500" dirty="0">
              <a:latin typeface="jf open 粉圓 2.1" panose="020B0500000000000000" pitchFamily="34" charset="-120"/>
              <a:ea typeface="jf open 粉圓 2.1" panose="020B0500000000000000" pitchFamily="34" charset="-120"/>
              <a:cs typeface="Trebuchet MS"/>
            </a:endParaRPr>
          </a:p>
        </p:txBody>
      </p:sp>
      <p:sp>
        <p:nvSpPr>
          <p:cNvPr id="47" name="TextBox 18">
            <a:extLst>
              <a:ext uri="{FF2B5EF4-FFF2-40B4-BE49-F238E27FC236}">
                <a16:creationId xmlns:a16="http://schemas.microsoft.com/office/drawing/2014/main" id="{07BFDFEF-91DE-3AA7-6172-FCA751F763A9}"/>
              </a:ext>
            </a:extLst>
          </p:cNvPr>
          <p:cNvSpPr txBox="1"/>
          <p:nvPr/>
        </p:nvSpPr>
        <p:spPr>
          <a:xfrm>
            <a:off x="5389878" y="1236328"/>
            <a:ext cx="7508243" cy="610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70"/>
              </a:lnSpc>
            </a:pPr>
            <a:r>
              <a:rPr lang="zh-TW" altLang="en-US" sz="6000" b="0" dirty="0">
                <a:solidFill>
                  <a:srgbClr val="E9480D"/>
                </a:solidFill>
                <a:latin typeface="Noto Sans TC SemiBold" panose="020B0200000000000000" pitchFamily="34" charset="-120"/>
                <a:ea typeface="Noto Sans TC SemiBold" panose="020B0200000000000000" pitchFamily="34" charset="-120"/>
              </a:rPr>
              <a:t>各國俚雨</a:t>
            </a:r>
            <a:endParaRPr lang="en-US" sz="6000" b="1" dirty="0">
              <a:solidFill>
                <a:srgbClr val="E9480D"/>
              </a:solidFill>
              <a:latin typeface="Agrandir Grand Heavy"/>
              <a:ea typeface="Agrandir Grand Heavy"/>
              <a:cs typeface="Agrandir Grand Heavy"/>
              <a:sym typeface="Agrandir Grand Heavy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17DD5DDC-B784-6B74-FDB3-BBCAB67EB81B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70" t="9380" r="3032" b="4723"/>
          <a:stretch/>
        </p:blipFill>
        <p:spPr>
          <a:xfrm flipH="1">
            <a:off x="4646228" y="1641489"/>
            <a:ext cx="2481857" cy="2481857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9FB62D33-1BE4-B218-4086-15BF3C8AA2F5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31" t="18226" r="8676" b="20653"/>
          <a:stretch/>
        </p:blipFill>
        <p:spPr>
          <a:xfrm>
            <a:off x="2486228" y="1734018"/>
            <a:ext cx="216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93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84C749C9-556F-EE24-5309-1063DA32B6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151706"/>
              </p:ext>
            </p:extLst>
          </p:nvPr>
        </p:nvGraphicFramePr>
        <p:xfrm>
          <a:off x="1089072" y="612602"/>
          <a:ext cx="16109856" cy="90617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4976">
                  <a:extLst>
                    <a:ext uri="{9D8B030D-6E8A-4147-A177-3AD203B41FA5}">
                      <a16:colId xmlns:a16="http://schemas.microsoft.com/office/drawing/2014/main" val="2440789319"/>
                    </a:ext>
                  </a:extLst>
                </a:gridCol>
                <a:gridCol w="2684976">
                  <a:extLst>
                    <a:ext uri="{9D8B030D-6E8A-4147-A177-3AD203B41FA5}">
                      <a16:colId xmlns:a16="http://schemas.microsoft.com/office/drawing/2014/main" val="3170353116"/>
                    </a:ext>
                  </a:extLst>
                </a:gridCol>
                <a:gridCol w="2684976">
                  <a:extLst>
                    <a:ext uri="{9D8B030D-6E8A-4147-A177-3AD203B41FA5}">
                      <a16:colId xmlns:a16="http://schemas.microsoft.com/office/drawing/2014/main" val="2273396109"/>
                    </a:ext>
                  </a:extLst>
                </a:gridCol>
                <a:gridCol w="2684976">
                  <a:extLst>
                    <a:ext uri="{9D8B030D-6E8A-4147-A177-3AD203B41FA5}">
                      <a16:colId xmlns:a16="http://schemas.microsoft.com/office/drawing/2014/main" val="665045527"/>
                    </a:ext>
                  </a:extLst>
                </a:gridCol>
                <a:gridCol w="2684976">
                  <a:extLst>
                    <a:ext uri="{9D8B030D-6E8A-4147-A177-3AD203B41FA5}">
                      <a16:colId xmlns:a16="http://schemas.microsoft.com/office/drawing/2014/main" val="1047185682"/>
                    </a:ext>
                  </a:extLst>
                </a:gridCol>
                <a:gridCol w="2684976">
                  <a:extLst>
                    <a:ext uri="{9D8B030D-6E8A-4147-A177-3AD203B41FA5}">
                      <a16:colId xmlns:a16="http://schemas.microsoft.com/office/drawing/2014/main" val="1145019691"/>
                    </a:ext>
                  </a:extLst>
                </a:gridCol>
              </a:tblGrid>
              <a:tr h="3029535"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 marL="80549" marR="80549" marT="40275" marB="402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 marL="80549" marR="80549" marT="40275" marB="402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 marL="80549" marR="80549" marT="40275" marB="402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 marL="80549" marR="80549" marT="40275" marB="402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 marL="80549" marR="80549" marT="40275" marB="402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 marL="80549" marR="80549" marT="40275" marB="402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2821297"/>
                  </a:ext>
                </a:extLst>
              </a:tr>
              <a:tr h="6032260"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 marL="80549" marR="80549" marT="40275" marB="402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480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 marL="80549" marR="80549" marT="40275" marB="402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480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 marL="80549" marR="80549" marT="40275" marB="402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480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 marL="80549" marR="80549" marT="40275" marB="402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480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 marL="80549" marR="80549" marT="40275" marB="402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480D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600" dirty="0"/>
                    </a:p>
                  </a:txBody>
                  <a:tcPr marL="80549" marR="80549" marT="40275" marB="4027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48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9789746"/>
                  </a:ext>
                </a:extLst>
              </a:tr>
            </a:tbl>
          </a:graphicData>
        </a:graphic>
      </p:graphicFrame>
      <p:pic>
        <p:nvPicPr>
          <p:cNvPr id="13" name="圖片 12">
            <a:extLst>
              <a:ext uri="{FF2B5EF4-FFF2-40B4-BE49-F238E27FC236}">
                <a16:creationId xmlns:a16="http://schemas.microsoft.com/office/drawing/2014/main" id="{256EC94A-4762-947F-D6F1-CC7CD6E0B4F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70" t="9380" r="3032" b="4723"/>
          <a:stretch/>
        </p:blipFill>
        <p:spPr>
          <a:xfrm flipH="1">
            <a:off x="1270000" y="5981700"/>
            <a:ext cx="1447800" cy="1447800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D57C7D10-E7A7-B4E6-B5FA-960C8F19F2B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31" t="18226" r="8676" b="20653"/>
          <a:stretch/>
        </p:blipFill>
        <p:spPr>
          <a:xfrm>
            <a:off x="1295400" y="4076700"/>
            <a:ext cx="15240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040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群組 22">
            <a:extLst>
              <a:ext uri="{FF2B5EF4-FFF2-40B4-BE49-F238E27FC236}">
                <a16:creationId xmlns:a16="http://schemas.microsoft.com/office/drawing/2014/main" id="{F04CB9C5-5B51-9AD1-0F9E-CEBE53AD9A1E}"/>
              </a:ext>
            </a:extLst>
          </p:cNvPr>
          <p:cNvGrpSpPr/>
          <p:nvPr/>
        </p:nvGrpSpPr>
        <p:grpSpPr>
          <a:xfrm>
            <a:off x="1016000" y="2647207"/>
            <a:ext cx="1131712" cy="1776652"/>
            <a:chOff x="1304328" y="2640192"/>
            <a:chExt cx="1131712" cy="1776652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04328" y="2640192"/>
              <a:ext cx="1131712" cy="1131708"/>
            </a:xfrm>
            <a:prstGeom prst="rect">
              <a:avLst/>
            </a:prstGeom>
          </p:spPr>
        </p:pic>
        <p:sp>
          <p:nvSpPr>
            <p:cNvPr id="14" name="object 14"/>
            <p:cNvSpPr txBox="1"/>
            <p:nvPr/>
          </p:nvSpPr>
          <p:spPr>
            <a:xfrm>
              <a:off x="1370812" y="3960914"/>
              <a:ext cx="998744" cy="455930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 algn="ctr">
                <a:lnSpc>
                  <a:spcPct val="100000"/>
                </a:lnSpc>
                <a:spcBef>
                  <a:spcPts val="125"/>
                </a:spcBef>
              </a:pPr>
              <a:r>
                <a:rPr sz="2800" dirty="0"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HK Thin"/>
                </a:rPr>
                <a:t>英國</a:t>
              </a:r>
            </a:p>
          </p:txBody>
        </p:sp>
      </p:grpSp>
      <p:pic>
        <p:nvPicPr>
          <p:cNvPr id="26" name="object 13">
            <a:extLst>
              <a:ext uri="{FF2B5EF4-FFF2-40B4-BE49-F238E27FC236}">
                <a16:creationId xmlns:a16="http://schemas.microsoft.com/office/drawing/2014/main" id="{8431448A-39A3-AF44-49D7-8AB9F204C277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6002" y="4997328"/>
            <a:ext cx="1131708" cy="1131708"/>
          </a:xfrm>
          <a:prstGeom prst="rect">
            <a:avLst/>
          </a:prstGeom>
        </p:spPr>
      </p:pic>
      <p:sp>
        <p:nvSpPr>
          <p:cNvPr id="27" name="object 14">
            <a:extLst>
              <a:ext uri="{FF2B5EF4-FFF2-40B4-BE49-F238E27FC236}">
                <a16:creationId xmlns:a16="http://schemas.microsoft.com/office/drawing/2014/main" id="{04112D2A-ABCD-13BC-2520-B62BEB33DB1E}"/>
              </a:ext>
            </a:extLst>
          </p:cNvPr>
          <p:cNvSpPr txBox="1"/>
          <p:nvPr/>
        </p:nvSpPr>
        <p:spPr>
          <a:xfrm>
            <a:off x="1082484" y="6318050"/>
            <a:ext cx="998744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zh-TW" altLang="en-US"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法國</a:t>
            </a:r>
          </a:p>
        </p:txBody>
      </p:sp>
      <p:pic>
        <p:nvPicPr>
          <p:cNvPr id="30" name="object 13">
            <a:extLst>
              <a:ext uri="{FF2B5EF4-FFF2-40B4-BE49-F238E27FC236}">
                <a16:creationId xmlns:a16="http://schemas.microsoft.com/office/drawing/2014/main" id="{BAC63156-CD18-8BC8-5840-AB5963315FD2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6002" y="7347449"/>
            <a:ext cx="1131708" cy="1131708"/>
          </a:xfrm>
          <a:prstGeom prst="rect">
            <a:avLst/>
          </a:prstGeom>
        </p:spPr>
      </p:pic>
      <p:sp>
        <p:nvSpPr>
          <p:cNvPr id="31" name="object 14">
            <a:extLst>
              <a:ext uri="{FF2B5EF4-FFF2-40B4-BE49-F238E27FC236}">
                <a16:creationId xmlns:a16="http://schemas.microsoft.com/office/drawing/2014/main" id="{E586CDFB-8C06-4018-1A32-6FC27373946C}"/>
              </a:ext>
            </a:extLst>
          </p:cNvPr>
          <p:cNvSpPr txBox="1"/>
          <p:nvPr/>
        </p:nvSpPr>
        <p:spPr>
          <a:xfrm>
            <a:off x="960342" y="8668171"/>
            <a:ext cx="1243028" cy="44691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zh-TW" altLang="en-US"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葡萄牙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pic>
        <p:nvPicPr>
          <p:cNvPr id="34" name="object 13">
            <a:extLst>
              <a:ext uri="{FF2B5EF4-FFF2-40B4-BE49-F238E27FC236}">
                <a16:creationId xmlns:a16="http://schemas.microsoft.com/office/drawing/2014/main" id="{E6F309B5-6927-F66C-3AE2-DABE0AD5D7FC}"/>
              </a:ext>
            </a:extLst>
          </p:cNvPr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626600" y="2648652"/>
            <a:ext cx="1131712" cy="1128817"/>
          </a:xfrm>
          <a:prstGeom prst="rect">
            <a:avLst/>
          </a:prstGeom>
        </p:spPr>
      </p:pic>
      <p:sp>
        <p:nvSpPr>
          <p:cNvPr id="35" name="object 14">
            <a:extLst>
              <a:ext uri="{FF2B5EF4-FFF2-40B4-BE49-F238E27FC236}">
                <a16:creationId xmlns:a16="http://schemas.microsoft.com/office/drawing/2014/main" id="{07D4C230-7D24-FE9C-DCBD-63B58F4CE6D1}"/>
              </a:ext>
            </a:extLst>
          </p:cNvPr>
          <p:cNvSpPr txBox="1"/>
          <p:nvPr/>
        </p:nvSpPr>
        <p:spPr>
          <a:xfrm>
            <a:off x="9693084" y="3967929"/>
            <a:ext cx="998744" cy="44691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zh-TW" altLang="en-US"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波蘭</a:t>
            </a:r>
          </a:p>
        </p:txBody>
      </p:sp>
      <p:pic>
        <p:nvPicPr>
          <p:cNvPr id="38" name="object 13">
            <a:extLst>
              <a:ext uri="{FF2B5EF4-FFF2-40B4-BE49-F238E27FC236}">
                <a16:creationId xmlns:a16="http://schemas.microsoft.com/office/drawing/2014/main" id="{5924DE5A-1970-E09D-8403-8BF45BF20D13}"/>
              </a:ext>
            </a:extLst>
          </p:cNvPr>
          <p:cNvPicPr/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626602" y="4997328"/>
            <a:ext cx="1131708" cy="1131708"/>
          </a:xfrm>
          <a:prstGeom prst="rect">
            <a:avLst/>
          </a:prstGeom>
        </p:spPr>
      </p:pic>
      <p:sp>
        <p:nvSpPr>
          <p:cNvPr id="39" name="object 14">
            <a:extLst>
              <a:ext uri="{FF2B5EF4-FFF2-40B4-BE49-F238E27FC236}">
                <a16:creationId xmlns:a16="http://schemas.microsoft.com/office/drawing/2014/main" id="{B0F64012-B984-8816-E65C-F6F40855520D}"/>
              </a:ext>
            </a:extLst>
          </p:cNvPr>
          <p:cNvSpPr txBox="1"/>
          <p:nvPr/>
        </p:nvSpPr>
        <p:spPr>
          <a:xfrm>
            <a:off x="9693084" y="6318050"/>
            <a:ext cx="998744" cy="4559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zh-TW" altLang="en-US"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rPr>
              <a:t>巴西</a:t>
            </a:r>
            <a:endParaRPr sz="2800" dirty="0">
              <a:latin typeface="jf open 粉圓 2.1" panose="020B0500000000000000" pitchFamily="34" charset="-120"/>
              <a:ea typeface="jf open 粉圓 2.1" panose="020B0500000000000000" pitchFamily="34" charset="-120"/>
              <a:cs typeface="Noto Sans HK Thin"/>
            </a:endParaRPr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866EF96E-0E75-91D5-978F-353E359A339F}"/>
              </a:ext>
            </a:extLst>
          </p:cNvPr>
          <p:cNvGrpSpPr/>
          <p:nvPr/>
        </p:nvGrpSpPr>
        <p:grpSpPr>
          <a:xfrm>
            <a:off x="9626600" y="7347449"/>
            <a:ext cx="1131712" cy="1776652"/>
            <a:chOff x="1304328" y="2640192"/>
            <a:chExt cx="1131712" cy="1776652"/>
          </a:xfrm>
        </p:grpSpPr>
        <p:pic>
          <p:nvPicPr>
            <p:cNvPr id="42" name="object 13">
              <a:extLst>
                <a:ext uri="{FF2B5EF4-FFF2-40B4-BE49-F238E27FC236}">
                  <a16:creationId xmlns:a16="http://schemas.microsoft.com/office/drawing/2014/main" id="{1E51F926-A794-4DA6-B49B-F116DBAF2C7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04328" y="2640192"/>
              <a:ext cx="1131712" cy="1131708"/>
            </a:xfrm>
            <a:prstGeom prst="rect">
              <a:avLst/>
            </a:prstGeom>
          </p:spPr>
        </p:pic>
        <p:sp>
          <p:nvSpPr>
            <p:cNvPr id="43" name="object 14">
              <a:extLst>
                <a:ext uri="{FF2B5EF4-FFF2-40B4-BE49-F238E27FC236}">
                  <a16:creationId xmlns:a16="http://schemas.microsoft.com/office/drawing/2014/main" id="{04E032BF-DE5E-61FB-9040-9C1B8B061090}"/>
                </a:ext>
              </a:extLst>
            </p:cNvPr>
            <p:cNvSpPr txBox="1"/>
            <p:nvPr/>
          </p:nvSpPr>
          <p:spPr>
            <a:xfrm>
              <a:off x="1370812" y="3960914"/>
              <a:ext cx="998744" cy="455930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 algn="ctr">
                <a:lnSpc>
                  <a:spcPct val="100000"/>
                </a:lnSpc>
                <a:spcBef>
                  <a:spcPts val="125"/>
                </a:spcBef>
              </a:pPr>
              <a:r>
                <a:rPr lang="en-US" altLang="zh-TW" sz="2800" dirty="0">
                  <a:latin typeface="jf open 粉圓 2.1" panose="020B0500000000000000" pitchFamily="34" charset="-120"/>
                  <a:ea typeface="jf open 粉圓 2.1" panose="020B0500000000000000" pitchFamily="34" charset="-120"/>
                  <a:cs typeface="Noto Sans HK Thin"/>
                </a:rPr>
                <a:t>XX</a:t>
              </a:r>
              <a:endParaRPr sz="2800" dirty="0">
                <a:latin typeface="jf open 粉圓 2.1" panose="020B0500000000000000" pitchFamily="34" charset="-120"/>
                <a:ea typeface="jf open 粉圓 2.1" panose="020B0500000000000000" pitchFamily="34" charset="-120"/>
                <a:cs typeface="Noto Sans HK Thin"/>
              </a:endParaRPr>
            </a:p>
          </p:txBody>
        </p:sp>
      </p:grpSp>
      <p:pic>
        <p:nvPicPr>
          <p:cNvPr id="2" name="圖片 1">
            <a:extLst>
              <a:ext uri="{FF2B5EF4-FFF2-40B4-BE49-F238E27FC236}">
                <a16:creationId xmlns:a16="http://schemas.microsoft.com/office/drawing/2014/main" id="{76107499-A55E-FA5B-CCBD-2E90FB3AE04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069" r="11100"/>
          <a:stretch/>
        </p:blipFill>
        <p:spPr>
          <a:xfrm>
            <a:off x="3657600" y="7358814"/>
            <a:ext cx="3200400" cy="2661486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7CB3DC66-D7DF-B7BB-F7DD-AE5781FE03D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5686" y="2324100"/>
            <a:ext cx="2444628" cy="244462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1EA7332E-1577-3EC2-E3EC-A567FAC0EC0E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9128" y="2170878"/>
            <a:ext cx="2190750" cy="292100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16E8C848-5A5A-467B-A994-3724C95D2DA8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15" b="5819"/>
          <a:stretch/>
        </p:blipFill>
        <p:spPr>
          <a:xfrm>
            <a:off x="3429000" y="4816602"/>
            <a:ext cx="4114800" cy="261289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256356B0-A2D9-2A78-F31E-CB4A5AF4119A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2232" y="1914342"/>
            <a:ext cx="2895600" cy="28956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C7DA4B1-553A-55E9-9CD4-90BB83BDACE1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85283" y="3148668"/>
            <a:ext cx="3157610" cy="421014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D45E0B5-3D97-457B-2F54-725FC5787765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86" b="25178"/>
          <a:stretch/>
        </p:blipFill>
        <p:spPr>
          <a:xfrm>
            <a:off x="11412232" y="4987803"/>
            <a:ext cx="2857759" cy="1750277"/>
          </a:xfrm>
          <a:prstGeom prst="rect">
            <a:avLst/>
          </a:prstGeom>
        </p:spPr>
      </p:pic>
      <p:sp>
        <p:nvSpPr>
          <p:cNvPr id="11" name="TextBox 18">
            <a:extLst>
              <a:ext uri="{FF2B5EF4-FFF2-40B4-BE49-F238E27FC236}">
                <a16:creationId xmlns:a16="http://schemas.microsoft.com/office/drawing/2014/main" id="{BFE59984-8153-41C0-8E57-CE1122D013D6}"/>
              </a:ext>
            </a:extLst>
          </p:cNvPr>
          <p:cNvSpPr txBox="1"/>
          <p:nvPr/>
        </p:nvSpPr>
        <p:spPr>
          <a:xfrm>
            <a:off x="5389878" y="1236328"/>
            <a:ext cx="7508243" cy="610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70"/>
              </a:lnSpc>
            </a:pPr>
            <a:r>
              <a:rPr lang="zh-TW" altLang="en-US" sz="6000" b="0" dirty="0">
                <a:solidFill>
                  <a:srgbClr val="E9480D"/>
                </a:solidFill>
                <a:latin typeface="Noto Sans TC SemiBold" panose="020B0200000000000000" pitchFamily="34" charset="-120"/>
                <a:ea typeface="Noto Sans TC SemiBold" panose="020B0200000000000000" pitchFamily="34" charset="-120"/>
              </a:rPr>
              <a:t>各國俚雨</a:t>
            </a:r>
            <a:endParaRPr lang="en-US" sz="6000" b="1" dirty="0">
              <a:solidFill>
                <a:srgbClr val="E9480D"/>
              </a:solidFill>
              <a:latin typeface="Agrandir Grand Heavy"/>
              <a:ea typeface="Agrandir Grand Heavy"/>
              <a:cs typeface="Agrandir Grand Heavy"/>
              <a:sym typeface="Agrandir Grand Heavy"/>
            </a:endParaRPr>
          </a:p>
        </p:txBody>
      </p:sp>
    </p:spTree>
    <p:extLst>
      <p:ext uri="{BB962C8B-B14F-4D97-AF65-F5344CB8AC3E}">
        <p14:creationId xmlns:p14="http://schemas.microsoft.com/office/powerpoint/2010/main" val="1799936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4230686" y="2403896"/>
            <a:ext cx="9826629" cy="51060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38"/>
              </a:lnSpc>
            </a:pPr>
            <a:r>
              <a:rPr lang="en-US" sz="15000" b="1" dirty="0">
                <a:solidFill>
                  <a:srgbClr val="E9480D"/>
                </a:solidFill>
                <a:latin typeface="Agrandir Grand Heavy"/>
                <a:ea typeface="Agrandir Grand Heavy"/>
                <a:cs typeface="Agrandir Grand Heavy"/>
                <a:sym typeface="Agrandir Grand Heavy"/>
              </a:rPr>
              <a:t>THANK YOU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4230686" y="3899249"/>
            <a:ext cx="9826629" cy="24885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538"/>
              </a:lnSpc>
            </a:pPr>
            <a:r>
              <a:rPr lang="en-US" altLang="zh-TW" sz="15000" b="1" dirty="0">
                <a:solidFill>
                  <a:srgbClr val="E9480D"/>
                </a:solidFill>
                <a:latin typeface="Agrandir Grand Heavy"/>
                <a:ea typeface="Agrandir Grand Heavy"/>
                <a:cs typeface="Agrandir Grand Heavy"/>
                <a:sym typeface="Agrandir Grand Heavy"/>
              </a:rPr>
              <a:t>Q&amp;A</a:t>
            </a:r>
            <a:endParaRPr lang="en-US" sz="15000" b="1" dirty="0">
              <a:solidFill>
                <a:srgbClr val="E9480D"/>
              </a:solidFill>
              <a:latin typeface="Agrandir Grand Heavy"/>
              <a:ea typeface="Agrandir Grand Heavy"/>
              <a:cs typeface="Agrandir Grand Heavy"/>
              <a:sym typeface="Agrandir Grand Heavy"/>
            </a:endParaRPr>
          </a:p>
        </p:txBody>
      </p:sp>
    </p:spTree>
    <p:extLst>
      <p:ext uri="{BB962C8B-B14F-4D97-AF65-F5344CB8AC3E}">
        <p14:creationId xmlns:p14="http://schemas.microsoft.com/office/powerpoint/2010/main" val="2318308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614</TotalTime>
  <Words>336</Words>
  <Application>Microsoft Office PowerPoint</Application>
  <PresentationFormat>自訂</PresentationFormat>
  <Paragraphs>78</Paragraphs>
  <Slides>14</Slides>
  <Notes>2</Notes>
  <HiddenSlides>0</HiddenSlides>
  <MMClips>2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24" baseType="lpstr">
      <vt:lpstr>Aptos</vt:lpstr>
      <vt:lpstr>jf open 粉圓 2.1</vt:lpstr>
      <vt:lpstr>Noto Sans TC</vt:lpstr>
      <vt:lpstr>Agrandir Grand Heavy</vt:lpstr>
      <vt:lpstr>Noto Sans TC SemiBold</vt:lpstr>
      <vt:lpstr>微軟正黑體</vt:lpstr>
      <vt:lpstr>Calibri</vt:lpstr>
      <vt:lpstr>Noto Sans TC Black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White and Orange Modern Pitch Deck Presentation</dc:title>
  <cp:lastModifiedBy>徐曼玲</cp:lastModifiedBy>
  <cp:revision>6</cp:revision>
  <dcterms:created xsi:type="dcterms:W3CDTF">2006-08-16T00:00:00Z</dcterms:created>
  <dcterms:modified xsi:type="dcterms:W3CDTF">2026-10-19T16:07:09Z</dcterms:modified>
  <dc:identifier>DAHX8dNQ6z8</dc:identifier>
</cp:coreProperties>
</file>